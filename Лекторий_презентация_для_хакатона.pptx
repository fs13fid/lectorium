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rial Black" panose="020B0604020202020204" pitchFamily="34" charset="0"/>
      <p:bold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6C4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22" autoAdjust="0"/>
  </p:normalViewPr>
  <p:slideViewPr>
    <p:cSldViewPr>
      <p:cViewPr varScale="1">
        <p:scale>
          <a:sx n="75" d="100"/>
          <a:sy n="75" d="100"/>
        </p:scale>
        <p:origin x="544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0:00–0:15. </a:t>
            </a:r>
            <a:r>
              <a:rPr lang="en-US" dirty="0" err="1"/>
              <a:t>Назвать</a:t>
            </a:r>
            <a:r>
              <a:rPr lang="en-US" dirty="0"/>
              <a:t> </a:t>
            </a:r>
            <a:r>
              <a:rPr lang="en-US" dirty="0" err="1"/>
              <a:t>проект</a:t>
            </a:r>
            <a:r>
              <a:rPr lang="en-US" dirty="0"/>
              <a:t>, </a:t>
            </a:r>
            <a:r>
              <a:rPr lang="en-US" dirty="0" err="1"/>
              <a:t>обозначить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0:15–0:55. Показать разрыв между длинной лекцией и точным фрагментом.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0:55–1:40. </a:t>
            </a:r>
            <a:r>
              <a:rPr lang="en-US" dirty="0" err="1"/>
              <a:t>Объяснить</a:t>
            </a:r>
            <a:r>
              <a:rPr lang="en-US" dirty="0"/>
              <a:t> </a:t>
            </a:r>
            <a:r>
              <a:rPr lang="en-US" dirty="0" err="1"/>
              <a:t>четыре</a:t>
            </a:r>
            <a:r>
              <a:rPr lang="en-US" dirty="0"/>
              <a:t> </a:t>
            </a:r>
            <a:r>
              <a:rPr lang="en-US" dirty="0" err="1"/>
              <a:t>слоя</a:t>
            </a:r>
            <a:r>
              <a:rPr lang="en-US" dirty="0"/>
              <a:t> </a:t>
            </a:r>
            <a:r>
              <a:rPr lang="en-US" dirty="0" err="1"/>
              <a:t>опыта</a:t>
            </a:r>
            <a:r>
              <a:rPr lang="en-US" dirty="0"/>
              <a:t>: </a:t>
            </a:r>
            <a:r>
              <a:rPr lang="en-US" dirty="0" err="1"/>
              <a:t>найти</a:t>
            </a:r>
            <a:r>
              <a:rPr lang="en-US" dirty="0"/>
              <a:t>,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увидеть</a:t>
            </a:r>
            <a:r>
              <a:rPr lang="en-US" dirty="0"/>
              <a:t> структуру, </a:t>
            </a:r>
            <a:r>
              <a:rPr lang="en-US" dirty="0" err="1"/>
              <a:t>вернуться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1:40–2:40. </a:t>
            </a:r>
            <a:r>
              <a:rPr lang="en-US" dirty="0" err="1"/>
              <a:t>Пройти</a:t>
            </a:r>
            <a:r>
              <a:rPr lang="en-US" dirty="0"/>
              <a:t> </a:t>
            </a:r>
            <a:r>
              <a:rPr lang="en-US" dirty="0" err="1"/>
              <a:t>путь</a:t>
            </a:r>
            <a:r>
              <a:rPr lang="en-US" dirty="0"/>
              <a:t> от </a:t>
            </a:r>
            <a:r>
              <a:rPr lang="en-US" dirty="0" err="1"/>
              <a:t>входного</a:t>
            </a:r>
            <a:r>
              <a:rPr lang="en-US" dirty="0"/>
              <a:t> видео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сервиса</a:t>
            </a:r>
            <a:r>
              <a:rPr lang="en-US" dirty="0"/>
              <a:t>; </a:t>
            </a:r>
            <a:r>
              <a:rPr lang="en-US" dirty="0" err="1"/>
              <a:t>отдельно</a:t>
            </a:r>
            <a:r>
              <a:rPr lang="en-US" dirty="0"/>
              <a:t> </a:t>
            </a:r>
            <a:r>
              <a:rPr lang="en-US" dirty="0" err="1"/>
              <a:t>проговорить</a:t>
            </a:r>
            <a:r>
              <a:rPr lang="en-US" dirty="0"/>
              <a:t> </a:t>
            </a:r>
            <a:r>
              <a:rPr lang="en-US" dirty="0" err="1"/>
              <a:t>формулу</a:t>
            </a:r>
            <a:r>
              <a:rPr lang="en-US" dirty="0"/>
              <a:t> 72/28.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2:40–3:40. </a:t>
            </a:r>
            <a:r>
              <a:rPr lang="en-US" dirty="0" err="1"/>
              <a:t>Показать</a:t>
            </a:r>
            <a:r>
              <a:rPr lang="en-US" dirty="0"/>
              <a:t> </a:t>
            </a:r>
            <a:r>
              <a:rPr lang="en-US" dirty="0" err="1"/>
              <a:t>готовую</a:t>
            </a:r>
            <a:r>
              <a:rPr lang="en-US" dirty="0"/>
              <a:t> лекцию «</a:t>
            </a:r>
            <a:r>
              <a:rPr lang="en-US" dirty="0" err="1"/>
              <a:t>Философия</a:t>
            </a:r>
            <a:r>
              <a:rPr lang="en-US" dirty="0"/>
              <a:t>», </a:t>
            </a:r>
            <a:r>
              <a:rPr lang="en-US" dirty="0" err="1"/>
              <a:t>плеер</a:t>
            </a:r>
            <a:r>
              <a:rPr lang="en-US" dirty="0"/>
              <a:t>, субтитры, </a:t>
            </a:r>
            <a:r>
              <a:rPr lang="en-US" dirty="0" err="1"/>
              <a:t>транскрипт</a:t>
            </a:r>
            <a:r>
              <a:rPr lang="en-US" dirty="0"/>
              <a:t> и главы.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3:40–4:20. Связать каждую функцию с действием пользователя.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4:20–4:40. </a:t>
            </a:r>
            <a:r>
              <a:rPr lang="en-US" dirty="0" err="1"/>
              <a:t>Зафиксировать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и </a:t>
            </a:r>
            <a:r>
              <a:rPr lang="en-US" dirty="0" err="1"/>
              <a:t>завершить</a:t>
            </a:r>
            <a:r>
              <a:rPr lang="en-US" dirty="0"/>
              <a:t> </a:t>
            </a:r>
            <a:r>
              <a:rPr lang="en-US" dirty="0" err="1"/>
              <a:t>защиту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635591" y="8654058"/>
            <a:ext cx="4371975" cy="57150"/>
            <a:chOff x="0" y="0"/>
            <a:chExt cx="5829300" cy="76200"/>
          </a:xfrm>
          <a:solidFill>
            <a:srgbClr val="516C4B"/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5829300" cy="76200"/>
            </a:xfrm>
            <a:custGeom>
              <a:avLst/>
              <a:gdLst/>
              <a:ahLst/>
              <a:cxnLst/>
              <a:rect l="l" t="t" r="r" b="b"/>
              <a:pathLst>
                <a:path w="5829300" h="76200">
                  <a:moveTo>
                    <a:pt x="0" y="0"/>
                  </a:moveTo>
                  <a:lnTo>
                    <a:pt x="5829300" y="0"/>
                  </a:lnTo>
                  <a:lnTo>
                    <a:pt x="5829300" y="76200"/>
                  </a:lnTo>
                  <a:lnTo>
                    <a:pt x="0" y="762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742745" y="9439746"/>
            <a:ext cx="4357688" cy="400050"/>
            <a:chOff x="0" y="0"/>
            <a:chExt cx="5810250" cy="533400"/>
          </a:xfrm>
          <a:solidFill>
            <a:srgbClr val="516C4B"/>
          </a:solidFill>
        </p:grpSpPr>
        <p:grpSp>
          <p:nvGrpSpPr>
            <p:cNvPr id="9" name="Group 9"/>
            <p:cNvGrpSpPr/>
            <p:nvPr/>
          </p:nvGrpSpPr>
          <p:grpSpPr>
            <a:xfrm>
              <a:off x="0" y="209550"/>
              <a:ext cx="114300" cy="114300"/>
              <a:chOff x="0" y="0"/>
              <a:chExt cx="114300" cy="114300"/>
            </a:xfrm>
            <a:grpFill/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cubicBezTo>
                      <a:pt x="114300" y="88773"/>
                      <a:pt x="88773" y="114300"/>
                      <a:pt x="57150" y="114300"/>
                    </a:cubicBezTo>
                    <a:cubicBezTo>
                      <a:pt x="25527" y="114300"/>
                      <a:pt x="0" y="88773"/>
                      <a:pt x="0" y="5715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247650" y="100025"/>
              <a:ext cx="114300" cy="333362"/>
              <a:chOff x="0" y="0"/>
              <a:chExt cx="114300" cy="333362"/>
            </a:xfrm>
            <a:grpFill/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14300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333375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276225"/>
                    </a:lnTo>
                    <a:cubicBezTo>
                      <a:pt x="114300" y="307848"/>
                      <a:pt x="88773" y="333375"/>
                      <a:pt x="57150" y="333375"/>
                    </a:cubicBezTo>
                    <a:cubicBezTo>
                      <a:pt x="25527" y="333375"/>
                      <a:pt x="0" y="307721"/>
                      <a:pt x="0" y="276225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495300" y="22797"/>
              <a:ext cx="114300" cy="487807"/>
              <a:chOff x="0" y="0"/>
              <a:chExt cx="114300" cy="487807"/>
            </a:xfrm>
            <a:grpFill/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14300" cy="487807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87807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430657"/>
                    </a:lnTo>
                    <a:cubicBezTo>
                      <a:pt x="114300" y="462280"/>
                      <a:pt x="88773" y="487807"/>
                      <a:pt x="57150" y="487807"/>
                    </a:cubicBezTo>
                    <a:cubicBezTo>
                      <a:pt x="25527" y="487807"/>
                      <a:pt x="0" y="462280"/>
                      <a:pt x="0" y="430657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42950" y="660"/>
              <a:ext cx="114300" cy="532092"/>
              <a:chOff x="0" y="0"/>
              <a:chExt cx="114300" cy="532092"/>
            </a:xfrm>
            <a:grpFill/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14300" cy="53213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32130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474980"/>
                    </a:lnTo>
                    <a:cubicBezTo>
                      <a:pt x="114300" y="506603"/>
                      <a:pt x="88773" y="532130"/>
                      <a:pt x="57150" y="532130"/>
                    </a:cubicBezTo>
                    <a:cubicBezTo>
                      <a:pt x="25527" y="532130"/>
                      <a:pt x="0" y="506476"/>
                      <a:pt x="0" y="47498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990600" y="40132"/>
              <a:ext cx="114300" cy="453136"/>
              <a:chOff x="0" y="0"/>
              <a:chExt cx="114300" cy="453136"/>
            </a:xfrm>
            <a:grpFill/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14300" cy="453136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53136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395986"/>
                    </a:lnTo>
                    <a:cubicBezTo>
                      <a:pt x="114300" y="427609"/>
                      <a:pt x="88773" y="453136"/>
                      <a:pt x="57150" y="453136"/>
                    </a:cubicBezTo>
                    <a:cubicBezTo>
                      <a:pt x="25527" y="453136"/>
                      <a:pt x="0" y="427609"/>
                      <a:pt x="0" y="395986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238250" y="129578"/>
              <a:ext cx="114300" cy="274256"/>
              <a:chOff x="0" y="0"/>
              <a:chExt cx="114300" cy="274256"/>
            </a:xfrm>
            <a:grpFill/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14300" cy="274193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74193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217043"/>
                    </a:lnTo>
                    <a:cubicBezTo>
                      <a:pt x="114300" y="248666"/>
                      <a:pt x="88773" y="274193"/>
                      <a:pt x="57150" y="274193"/>
                    </a:cubicBezTo>
                    <a:cubicBezTo>
                      <a:pt x="25527" y="274193"/>
                      <a:pt x="0" y="248666"/>
                      <a:pt x="0" y="217043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485900" y="176492"/>
              <a:ext cx="114300" cy="180416"/>
              <a:chOff x="0" y="0"/>
              <a:chExt cx="114300" cy="180416"/>
            </a:xfrm>
            <a:grpFill/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14300" cy="180467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80467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123317"/>
                    </a:lnTo>
                    <a:cubicBezTo>
                      <a:pt x="114300" y="154940"/>
                      <a:pt x="88773" y="180467"/>
                      <a:pt x="57150" y="180467"/>
                    </a:cubicBezTo>
                    <a:cubicBezTo>
                      <a:pt x="25527" y="180467"/>
                      <a:pt x="0" y="154813"/>
                      <a:pt x="0" y="123317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733550" y="73215"/>
              <a:ext cx="114300" cy="386982"/>
              <a:chOff x="0" y="0"/>
              <a:chExt cx="114300" cy="386982"/>
            </a:xfrm>
            <a:grpFill/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14300" cy="386969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386969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329819"/>
                    </a:lnTo>
                    <a:cubicBezTo>
                      <a:pt x="114300" y="361442"/>
                      <a:pt x="88773" y="386969"/>
                      <a:pt x="57150" y="386969"/>
                    </a:cubicBezTo>
                    <a:cubicBezTo>
                      <a:pt x="25527" y="386969"/>
                      <a:pt x="0" y="361442"/>
                      <a:pt x="0" y="329819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1981200" y="10147"/>
              <a:ext cx="114300" cy="513118"/>
              <a:chOff x="0" y="0"/>
              <a:chExt cx="114300" cy="513118"/>
            </a:xfrm>
            <a:grpFill/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14300" cy="51308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13080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455930"/>
                    </a:lnTo>
                    <a:cubicBezTo>
                      <a:pt x="114300" y="487553"/>
                      <a:pt x="88773" y="513080"/>
                      <a:pt x="57150" y="513080"/>
                    </a:cubicBezTo>
                    <a:cubicBezTo>
                      <a:pt x="25527" y="513080"/>
                      <a:pt x="0" y="487553"/>
                      <a:pt x="0" y="45593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228850" y="5893"/>
              <a:ext cx="114300" cy="521627"/>
              <a:chOff x="0" y="0"/>
              <a:chExt cx="114300" cy="521627"/>
            </a:xfrm>
            <a:grpFill/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14300" cy="521589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21589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464439"/>
                    </a:lnTo>
                    <a:cubicBezTo>
                      <a:pt x="114300" y="496062"/>
                      <a:pt x="88773" y="521589"/>
                      <a:pt x="57150" y="521589"/>
                    </a:cubicBezTo>
                    <a:cubicBezTo>
                      <a:pt x="25527" y="521589"/>
                      <a:pt x="0" y="496062"/>
                      <a:pt x="0" y="464439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2476500" y="61709"/>
              <a:ext cx="114300" cy="409994"/>
              <a:chOff x="0" y="0"/>
              <a:chExt cx="114300" cy="409994"/>
            </a:xfrm>
            <a:grpFill/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14300" cy="409956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09956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352806"/>
                    </a:lnTo>
                    <a:cubicBezTo>
                      <a:pt x="114300" y="384429"/>
                      <a:pt x="88773" y="409956"/>
                      <a:pt x="57150" y="409956"/>
                    </a:cubicBezTo>
                    <a:cubicBezTo>
                      <a:pt x="25527" y="409956"/>
                      <a:pt x="0" y="384429"/>
                      <a:pt x="0" y="352806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2724150" y="161125"/>
              <a:ext cx="114300" cy="211150"/>
              <a:chOff x="0" y="0"/>
              <a:chExt cx="114300" cy="211150"/>
            </a:xfrm>
            <a:grpFill/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14300" cy="211201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11201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154051"/>
                    </a:lnTo>
                    <a:cubicBezTo>
                      <a:pt x="114300" y="185674"/>
                      <a:pt x="88773" y="211201"/>
                      <a:pt x="57150" y="211201"/>
                    </a:cubicBezTo>
                    <a:cubicBezTo>
                      <a:pt x="25527" y="211201"/>
                      <a:pt x="0" y="185547"/>
                      <a:pt x="0" y="154051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2971800" y="144272"/>
              <a:ext cx="114300" cy="244869"/>
              <a:chOff x="0" y="0"/>
              <a:chExt cx="114300" cy="244869"/>
            </a:xfrm>
            <a:grpFill/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14300" cy="244856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44856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187706"/>
                    </a:lnTo>
                    <a:cubicBezTo>
                      <a:pt x="114300" y="219329"/>
                      <a:pt x="88773" y="244856"/>
                      <a:pt x="57150" y="244856"/>
                    </a:cubicBezTo>
                    <a:cubicBezTo>
                      <a:pt x="25527" y="244856"/>
                      <a:pt x="0" y="219329"/>
                      <a:pt x="0" y="187706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3219450" y="49822"/>
              <a:ext cx="114300" cy="433768"/>
              <a:chOff x="0" y="0"/>
              <a:chExt cx="114300" cy="433768"/>
            </a:xfrm>
            <a:grpFill/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14300" cy="43370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33705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376555"/>
                    </a:lnTo>
                    <a:cubicBezTo>
                      <a:pt x="114300" y="408178"/>
                      <a:pt x="88773" y="433705"/>
                      <a:pt x="57150" y="433705"/>
                    </a:cubicBezTo>
                    <a:cubicBezTo>
                      <a:pt x="25527" y="433705"/>
                      <a:pt x="0" y="408178"/>
                      <a:pt x="0" y="376555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3467100" y="2477"/>
              <a:ext cx="114300" cy="528447"/>
              <a:chOff x="0" y="0"/>
              <a:chExt cx="114300" cy="528447"/>
            </a:xfrm>
            <a:grpFill/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14300" cy="528447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28447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471297"/>
                    </a:lnTo>
                    <a:cubicBezTo>
                      <a:pt x="114300" y="502920"/>
                      <a:pt x="88773" y="528447"/>
                      <a:pt x="57150" y="528447"/>
                    </a:cubicBezTo>
                    <a:cubicBezTo>
                      <a:pt x="25527" y="528447"/>
                      <a:pt x="0" y="502793"/>
                      <a:pt x="0" y="471297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714750" y="16218"/>
              <a:ext cx="114300" cy="500964"/>
              <a:chOff x="0" y="0"/>
              <a:chExt cx="114300" cy="500964"/>
            </a:xfrm>
            <a:grpFill/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14300" cy="50101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01015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443865"/>
                    </a:lnTo>
                    <a:cubicBezTo>
                      <a:pt x="114300" y="475488"/>
                      <a:pt x="88773" y="501015"/>
                      <a:pt x="57150" y="501015"/>
                    </a:cubicBezTo>
                    <a:cubicBezTo>
                      <a:pt x="25527" y="501015"/>
                      <a:pt x="0" y="475361"/>
                      <a:pt x="0" y="443865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3962400" y="86982"/>
              <a:ext cx="114300" cy="359435"/>
              <a:chOff x="0" y="0"/>
              <a:chExt cx="114300" cy="359435"/>
            </a:xfrm>
            <a:grpFill/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14300" cy="35941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359410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302260"/>
                    </a:lnTo>
                    <a:cubicBezTo>
                      <a:pt x="114300" y="333883"/>
                      <a:pt x="88773" y="359410"/>
                      <a:pt x="57150" y="359410"/>
                    </a:cubicBezTo>
                    <a:cubicBezTo>
                      <a:pt x="25527" y="359410"/>
                      <a:pt x="0" y="333883"/>
                      <a:pt x="0" y="30226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210050" y="193891"/>
              <a:ext cx="114300" cy="145606"/>
              <a:chOff x="0" y="0"/>
              <a:chExt cx="114300" cy="145606"/>
            </a:xfrm>
            <a:grpFill/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14300" cy="145669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45669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88519"/>
                    </a:lnTo>
                    <a:cubicBezTo>
                      <a:pt x="114300" y="120142"/>
                      <a:pt x="88773" y="145669"/>
                      <a:pt x="57150" y="145669"/>
                    </a:cubicBezTo>
                    <a:cubicBezTo>
                      <a:pt x="25527" y="145669"/>
                      <a:pt x="0" y="120015"/>
                      <a:pt x="0" y="88519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4457700" y="113678"/>
              <a:ext cx="114300" cy="306057"/>
              <a:chOff x="0" y="0"/>
              <a:chExt cx="114300" cy="306057"/>
            </a:xfrm>
            <a:grpFill/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114300" cy="30607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306070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248920"/>
                    </a:lnTo>
                    <a:cubicBezTo>
                      <a:pt x="114300" y="280543"/>
                      <a:pt x="88773" y="306070"/>
                      <a:pt x="57150" y="306070"/>
                    </a:cubicBezTo>
                    <a:cubicBezTo>
                      <a:pt x="25527" y="306070"/>
                      <a:pt x="0" y="280416"/>
                      <a:pt x="0" y="24892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4705350" y="30417"/>
              <a:ext cx="114300" cy="472554"/>
              <a:chOff x="0" y="0"/>
              <a:chExt cx="114300" cy="472554"/>
            </a:xfrm>
            <a:grpFill/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114300" cy="472567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72567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415417"/>
                    </a:lnTo>
                    <a:cubicBezTo>
                      <a:pt x="114300" y="447040"/>
                      <a:pt x="88773" y="472567"/>
                      <a:pt x="57150" y="472567"/>
                    </a:cubicBezTo>
                    <a:cubicBezTo>
                      <a:pt x="25527" y="472567"/>
                      <a:pt x="0" y="446913"/>
                      <a:pt x="0" y="415417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4953000" y="0"/>
              <a:ext cx="114300" cy="533400"/>
              <a:chOff x="0" y="0"/>
              <a:chExt cx="114300" cy="533400"/>
            </a:xfrm>
            <a:grpFill/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1143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33400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476250"/>
                    </a:lnTo>
                    <a:cubicBezTo>
                      <a:pt x="114300" y="507746"/>
                      <a:pt x="88773" y="533400"/>
                      <a:pt x="57150" y="533400"/>
                    </a:cubicBezTo>
                    <a:cubicBezTo>
                      <a:pt x="25527" y="533400"/>
                      <a:pt x="0" y="507746"/>
                      <a:pt x="0" y="47625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200650" y="31394"/>
              <a:ext cx="114300" cy="470624"/>
              <a:chOff x="0" y="0"/>
              <a:chExt cx="114300" cy="470624"/>
            </a:xfrm>
            <a:grpFill/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114300" cy="47066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70662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413512"/>
                    </a:lnTo>
                    <a:cubicBezTo>
                      <a:pt x="114300" y="445135"/>
                      <a:pt x="88773" y="470662"/>
                      <a:pt x="57150" y="470662"/>
                    </a:cubicBezTo>
                    <a:cubicBezTo>
                      <a:pt x="25527" y="470662"/>
                      <a:pt x="0" y="445008"/>
                      <a:pt x="0" y="413512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5448300" y="115329"/>
              <a:ext cx="114300" cy="302743"/>
              <a:chOff x="0" y="0"/>
              <a:chExt cx="114300" cy="302743"/>
            </a:xfrm>
            <a:grpFill/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114300" cy="302768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302768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245618"/>
                    </a:lnTo>
                    <a:cubicBezTo>
                      <a:pt x="114300" y="277241"/>
                      <a:pt x="88773" y="302768"/>
                      <a:pt x="57150" y="302768"/>
                    </a:cubicBezTo>
                    <a:cubicBezTo>
                      <a:pt x="25527" y="302768"/>
                      <a:pt x="0" y="277114"/>
                      <a:pt x="0" y="245618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5695950" y="192049"/>
              <a:ext cx="114300" cy="149314"/>
              <a:chOff x="0" y="0"/>
              <a:chExt cx="114300" cy="149314"/>
            </a:xfrm>
            <a:grpFill/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114300" cy="14935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49352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92202"/>
                    </a:lnTo>
                    <a:cubicBezTo>
                      <a:pt x="114300" y="123825"/>
                      <a:pt x="88773" y="149352"/>
                      <a:pt x="57150" y="149352"/>
                    </a:cubicBezTo>
                    <a:cubicBezTo>
                      <a:pt x="25527" y="149352"/>
                      <a:pt x="0" y="123698"/>
                      <a:pt x="0" y="92202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</p:grpSp>
      <p:sp>
        <p:nvSpPr>
          <p:cNvPr id="63" name="TextBox 63"/>
          <p:cNvSpPr txBox="1"/>
          <p:nvPr/>
        </p:nvSpPr>
        <p:spPr>
          <a:xfrm>
            <a:off x="1005840" y="831532"/>
            <a:ext cx="353187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dirty="0">
                <a:solidFill>
                  <a:srgbClr val="27242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01 / 0</a:t>
            </a:r>
            <a:r>
              <a:rPr lang="ru-RU" sz="1462" dirty="0">
                <a:solidFill>
                  <a:srgbClr val="27242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  <a:endParaRPr lang="en-US" sz="1462" dirty="0">
              <a:solidFill>
                <a:srgbClr val="272424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4969667" y="7475202"/>
            <a:ext cx="781812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3034" i="1" spc="-109" dirty="0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Поиск по смыслу</a:t>
            </a:r>
          </a:p>
          <a:p>
            <a:pPr algn="ctr">
              <a:lnSpc>
                <a:spcPts val="3640"/>
              </a:lnSpc>
            </a:pPr>
            <a:r>
              <a:rPr lang="en-US" sz="3034" i="1" spc="-109" dirty="0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внутри видеолекций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612605" y="8894269"/>
            <a:ext cx="6532245" cy="240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4"/>
              </a:lnSpc>
            </a:pPr>
            <a:r>
              <a:rPr lang="en-US" sz="1662" dirty="0">
                <a:solidFill>
                  <a:srgbClr val="27242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ФИНАЛ ХАКАТОНА · 2026</a:t>
            </a:r>
          </a:p>
        </p:txBody>
      </p:sp>
      <p:pic>
        <p:nvPicPr>
          <p:cNvPr id="82" name="Рисунок 81">
            <a:extLst>
              <a:ext uri="{FF2B5EF4-FFF2-40B4-BE49-F238E27FC236}">
                <a16:creationId xmlns:a16="http://schemas.microsoft.com/office/drawing/2014/main" id="{D60D0A86-9E02-D050-A87A-5125FA7C2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865" y="2811798"/>
            <a:ext cx="7941449" cy="2518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265" y="683895"/>
            <a:ext cx="56007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27242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05965" y="712470"/>
            <a:ext cx="10389870" cy="17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>
                <a:solidFill>
                  <a:srgbClr val="0805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ПРОБЛЕМА И АКТУАЛЬНОСТЬ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1268" y="1531743"/>
            <a:ext cx="13675995" cy="1439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6"/>
              </a:lnSpc>
            </a:pPr>
            <a:r>
              <a:rPr lang="en-US" sz="4747" b="1" spc="-170" dirty="0">
                <a:solidFill>
                  <a:srgbClr val="272424"/>
                </a:solidFill>
                <a:latin typeface="Arial Black" panose="020B0A04020102020204" pitchFamily="34" charset="0"/>
                <a:ea typeface="Helvetica World Bold"/>
                <a:cs typeface="Helvetica World Bold"/>
                <a:sym typeface="Helvetica World Bold"/>
              </a:rPr>
              <a:t>Длинное видео</a:t>
            </a:r>
          </a:p>
          <a:p>
            <a:pPr algn="l">
              <a:lnSpc>
                <a:spcPts val="5696"/>
              </a:lnSpc>
            </a:pPr>
            <a:r>
              <a:rPr lang="en-US" sz="4747" b="1" spc="-170" dirty="0">
                <a:solidFill>
                  <a:srgbClr val="272424"/>
                </a:solidFill>
                <a:latin typeface="Arial Black" panose="020B0A04020102020204" pitchFamily="34" charset="0"/>
                <a:ea typeface="Helvetica World Bold"/>
                <a:cs typeface="Helvetica World Bold"/>
                <a:sym typeface="Helvetica World Bold"/>
              </a:rPr>
              <a:t>не равно </a:t>
            </a:r>
            <a:r>
              <a:rPr lang="en-US" sz="4747" b="1" i="1" spc="-170" dirty="0">
                <a:solidFill>
                  <a:srgbClr val="272424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найденному моменту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68681" y="3073670"/>
            <a:ext cx="10246445" cy="50174"/>
            <a:chOff x="0" y="0"/>
            <a:chExt cx="20726400" cy="38100"/>
          </a:xfrm>
          <a:solidFill>
            <a:srgbClr val="516C4B"/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38100"/>
            </a:xfrm>
            <a:custGeom>
              <a:avLst/>
              <a:gdLst/>
              <a:ahLst/>
              <a:cxnLst/>
              <a:rect l="l" t="t" r="r" b="b"/>
              <a:pathLst>
                <a:path w="20726400" h="38100">
                  <a:moveTo>
                    <a:pt x="0" y="0"/>
                  </a:moveTo>
                  <a:lnTo>
                    <a:pt x="20726400" y="0"/>
                  </a:lnTo>
                  <a:lnTo>
                    <a:pt x="20726400" y="38100"/>
                  </a:lnTo>
                  <a:lnTo>
                    <a:pt x="0" y="381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71549" y="4828494"/>
            <a:ext cx="9103995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514" i="1" dirty="0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Лекция хранит знание внутри речи. Нужная идея часто начинается с перемотки.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1032554" y="7467614"/>
            <a:ext cx="8961120" cy="22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dirty="0">
                <a:solidFill>
                  <a:srgbClr val="272424"/>
                </a:solidFill>
                <a:latin typeface="Arial Black" panose="020B0A04020102020204" pitchFamily="34" charset="0"/>
                <a:ea typeface="Helvetica World"/>
                <a:cs typeface="Times New Roman" panose="02020603050405020304" pitchFamily="18" charset="0"/>
                <a:sym typeface="Helvetica World"/>
              </a:rPr>
              <a:t>ВИДЕО → РЕЧЬ → ТАЙМКОД → НАЙДЕННЫЙ ФРАГМЕНТ</a:t>
            </a:r>
          </a:p>
        </p:txBody>
      </p:sp>
      <p:grpSp>
        <p:nvGrpSpPr>
          <p:cNvPr id="269" name="Группа 268">
            <a:extLst>
              <a:ext uri="{FF2B5EF4-FFF2-40B4-BE49-F238E27FC236}">
                <a16:creationId xmlns:a16="http://schemas.microsoft.com/office/drawing/2014/main" id="{8AD67584-7C48-BFF5-36C4-B80646027783}"/>
              </a:ext>
            </a:extLst>
          </p:cNvPr>
          <p:cNvGrpSpPr/>
          <p:nvPr/>
        </p:nvGrpSpPr>
        <p:grpSpPr>
          <a:xfrm>
            <a:off x="14365966" y="7179485"/>
            <a:ext cx="3286125" cy="2428875"/>
            <a:chOff x="14365966" y="7179485"/>
            <a:chExt cx="3286125" cy="2428875"/>
          </a:xfrm>
        </p:grpSpPr>
        <p:grpSp>
          <p:nvGrpSpPr>
            <p:cNvPr id="130" name="Group 130"/>
            <p:cNvGrpSpPr/>
            <p:nvPr/>
          </p:nvGrpSpPr>
          <p:grpSpPr>
            <a:xfrm>
              <a:off x="14365966" y="7179485"/>
              <a:ext cx="3286125" cy="2428875"/>
              <a:chOff x="0" y="0"/>
              <a:chExt cx="4381500" cy="3238500"/>
            </a:xfrm>
            <a:solidFill>
              <a:srgbClr val="516C4B"/>
            </a:solidFill>
          </p:grpSpPr>
          <p:sp>
            <p:nvSpPr>
              <p:cNvPr id="131" name="Freeform 131"/>
              <p:cNvSpPr/>
              <p:nvPr/>
            </p:nvSpPr>
            <p:spPr>
              <a:xfrm>
                <a:off x="0" y="0"/>
                <a:ext cx="4381500" cy="3238500"/>
              </a:xfrm>
              <a:custGeom>
                <a:avLst/>
                <a:gdLst/>
                <a:ahLst/>
                <a:cxnLst/>
                <a:rect l="l" t="t" r="r" b="b"/>
                <a:pathLst>
                  <a:path w="4381500" h="3238500">
                    <a:moveTo>
                      <a:pt x="0" y="152400"/>
                    </a:moveTo>
                    <a:cubicBezTo>
                      <a:pt x="0" y="68199"/>
                      <a:pt x="68199" y="0"/>
                      <a:pt x="152400" y="0"/>
                    </a:cubicBezTo>
                    <a:lnTo>
                      <a:pt x="4229100" y="0"/>
                    </a:lnTo>
                    <a:cubicBezTo>
                      <a:pt x="4313301" y="0"/>
                      <a:pt x="4381500" y="68199"/>
                      <a:pt x="4381500" y="152400"/>
                    </a:cubicBezTo>
                    <a:lnTo>
                      <a:pt x="4381500" y="3086100"/>
                    </a:lnTo>
                    <a:cubicBezTo>
                      <a:pt x="4381500" y="3170301"/>
                      <a:pt x="4313301" y="3238500"/>
                      <a:pt x="4229100" y="3238500"/>
                    </a:cubicBezTo>
                    <a:lnTo>
                      <a:pt x="152400" y="3238500"/>
                    </a:lnTo>
                    <a:cubicBezTo>
                      <a:pt x="68199" y="3238500"/>
                      <a:pt x="0" y="3170301"/>
                      <a:pt x="0" y="3086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132" name="TextBox 132"/>
            <p:cNvSpPr txBox="1"/>
            <p:nvPr/>
          </p:nvSpPr>
          <p:spPr>
            <a:xfrm>
              <a:off x="14889370" y="7996412"/>
              <a:ext cx="2245995" cy="857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5"/>
                </a:lnSpc>
              </a:pPr>
              <a:r>
                <a:rPr lang="en-US" sz="2812" spc="-101" dirty="0">
                  <a:solidFill>
                    <a:srgbClr val="272424"/>
                  </a:solidFill>
                  <a:latin typeface="Arial Black" panose="020B0A04020102020204" pitchFamily="34" charset="0"/>
                  <a:ea typeface="Helvetica World"/>
                  <a:cs typeface="Times New Roman" panose="02020603050405020304" pitchFamily="18" charset="0"/>
                  <a:sym typeface="Helvetica World"/>
                </a:rPr>
                <a:t>СМЫСЛ</a:t>
              </a:r>
            </a:p>
            <a:p>
              <a:pPr algn="ctr">
                <a:lnSpc>
                  <a:spcPts val="3375"/>
                </a:lnSpc>
              </a:pPr>
              <a:r>
                <a:rPr lang="en-US" sz="2812" i="1" spc="-101" dirty="0">
                  <a:solidFill>
                    <a:srgbClr val="272424"/>
                  </a:solidFill>
                  <a:latin typeface="Times New Roman" panose="02020603050405020304" pitchFamily="18" charset="0"/>
                  <a:ea typeface="Helvetica World"/>
                  <a:cs typeface="Times New Roman" panose="02020603050405020304" pitchFamily="18" charset="0"/>
                  <a:sym typeface="Helvetica World"/>
                </a:rPr>
                <a:t>СПРЯТАН</a:t>
              </a:r>
            </a:p>
          </p:txBody>
        </p:sp>
      </p:grpSp>
      <p:sp>
        <p:nvSpPr>
          <p:cNvPr id="133" name="TextBox 133"/>
          <p:cNvSpPr txBox="1"/>
          <p:nvPr/>
        </p:nvSpPr>
        <p:spPr>
          <a:xfrm>
            <a:off x="728953" y="9304874"/>
            <a:ext cx="5938317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i="1" spc="-72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Лекторий добавляет навигацию поверх видеопотока.</a:t>
            </a:r>
          </a:p>
        </p:txBody>
      </p:sp>
      <p:grpSp>
        <p:nvGrpSpPr>
          <p:cNvPr id="262" name="Группа 261">
            <a:extLst>
              <a:ext uri="{FF2B5EF4-FFF2-40B4-BE49-F238E27FC236}">
                <a16:creationId xmlns:a16="http://schemas.microsoft.com/office/drawing/2014/main" id="{E8941B53-B7F7-8B0B-5461-4F2D62F469DC}"/>
              </a:ext>
            </a:extLst>
          </p:cNvPr>
          <p:cNvGrpSpPr/>
          <p:nvPr/>
        </p:nvGrpSpPr>
        <p:grpSpPr>
          <a:xfrm>
            <a:off x="989692" y="8225031"/>
            <a:ext cx="8616949" cy="404483"/>
            <a:chOff x="1197694" y="8174396"/>
            <a:chExt cx="8616949" cy="404483"/>
          </a:xfrm>
        </p:grpSpPr>
        <p:grpSp>
          <p:nvGrpSpPr>
            <p:cNvPr id="155" name="Group 8">
              <a:extLst>
                <a:ext uri="{FF2B5EF4-FFF2-40B4-BE49-F238E27FC236}">
                  <a16:creationId xmlns:a16="http://schemas.microsoft.com/office/drawing/2014/main" id="{6F182135-6D00-94B7-2E5A-4D1850B5E60B}"/>
                </a:ext>
              </a:extLst>
            </p:cNvPr>
            <p:cNvGrpSpPr/>
            <p:nvPr/>
          </p:nvGrpSpPr>
          <p:grpSpPr>
            <a:xfrm>
              <a:off x="1197694" y="8178829"/>
              <a:ext cx="4729162" cy="400050"/>
              <a:chOff x="0" y="0"/>
              <a:chExt cx="6305550" cy="533400"/>
            </a:xfrm>
            <a:solidFill>
              <a:srgbClr val="516C4B"/>
            </a:solidFill>
          </p:grpSpPr>
          <p:grpSp>
            <p:nvGrpSpPr>
              <p:cNvPr id="156" name="Group 9">
                <a:extLst>
                  <a:ext uri="{FF2B5EF4-FFF2-40B4-BE49-F238E27FC236}">
                    <a16:creationId xmlns:a16="http://schemas.microsoft.com/office/drawing/2014/main" id="{D971D293-AAA2-C2B6-0001-05675792764A}"/>
                  </a:ext>
                </a:extLst>
              </p:cNvPr>
              <p:cNvGrpSpPr/>
              <p:nvPr/>
            </p:nvGrpSpPr>
            <p:grpSpPr>
              <a:xfrm>
                <a:off x="0" y="209550"/>
                <a:ext cx="114300" cy="114300"/>
                <a:chOff x="0" y="0"/>
                <a:chExt cx="114300" cy="114300"/>
              </a:xfrm>
              <a:grpFill/>
            </p:grpSpPr>
            <p:sp>
              <p:nvSpPr>
                <p:cNvPr id="207" name="Freeform 10">
                  <a:extLst>
                    <a:ext uri="{FF2B5EF4-FFF2-40B4-BE49-F238E27FC236}">
                      <a16:creationId xmlns:a16="http://schemas.microsoft.com/office/drawing/2014/main" id="{34582A9D-15B3-A522-DCB4-AF6B1D36F7A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cubicBezTo>
                        <a:pt x="114300" y="88773"/>
                        <a:pt x="88773" y="114300"/>
                        <a:pt x="57150" y="114300"/>
                      </a:cubicBezTo>
                      <a:cubicBezTo>
                        <a:pt x="25527" y="114300"/>
                        <a:pt x="0" y="88773"/>
                        <a:pt x="0" y="57150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57" name="Group 11">
                <a:extLst>
                  <a:ext uri="{FF2B5EF4-FFF2-40B4-BE49-F238E27FC236}">
                    <a16:creationId xmlns:a16="http://schemas.microsoft.com/office/drawing/2014/main" id="{1519D5CE-4AA4-C3FC-BFB0-1C781505BF73}"/>
                  </a:ext>
                </a:extLst>
              </p:cNvPr>
              <p:cNvGrpSpPr/>
              <p:nvPr/>
            </p:nvGrpSpPr>
            <p:grpSpPr>
              <a:xfrm>
                <a:off x="247650" y="100025"/>
                <a:ext cx="114300" cy="333362"/>
                <a:chOff x="0" y="0"/>
                <a:chExt cx="114300" cy="333362"/>
              </a:xfrm>
              <a:grpFill/>
            </p:grpSpPr>
            <p:sp>
              <p:nvSpPr>
                <p:cNvPr id="206" name="Freeform 12">
                  <a:extLst>
                    <a:ext uri="{FF2B5EF4-FFF2-40B4-BE49-F238E27FC236}">
                      <a16:creationId xmlns:a16="http://schemas.microsoft.com/office/drawing/2014/main" id="{3C504539-6240-F19D-32F1-C0F09B0F472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33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333375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276225"/>
                      </a:lnTo>
                      <a:cubicBezTo>
                        <a:pt x="114300" y="307848"/>
                        <a:pt x="88773" y="333375"/>
                        <a:pt x="57150" y="333375"/>
                      </a:cubicBezTo>
                      <a:cubicBezTo>
                        <a:pt x="25527" y="333375"/>
                        <a:pt x="0" y="307721"/>
                        <a:pt x="0" y="276225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58" name="Group 13">
                <a:extLst>
                  <a:ext uri="{FF2B5EF4-FFF2-40B4-BE49-F238E27FC236}">
                    <a16:creationId xmlns:a16="http://schemas.microsoft.com/office/drawing/2014/main" id="{4732FFA2-8128-74A8-8BFB-F470DAB8E51C}"/>
                  </a:ext>
                </a:extLst>
              </p:cNvPr>
              <p:cNvGrpSpPr/>
              <p:nvPr/>
            </p:nvGrpSpPr>
            <p:grpSpPr>
              <a:xfrm>
                <a:off x="495300" y="22797"/>
                <a:ext cx="114300" cy="487807"/>
                <a:chOff x="0" y="0"/>
                <a:chExt cx="114300" cy="487807"/>
              </a:xfrm>
              <a:grpFill/>
            </p:grpSpPr>
            <p:sp>
              <p:nvSpPr>
                <p:cNvPr id="205" name="Freeform 14">
                  <a:extLst>
                    <a:ext uri="{FF2B5EF4-FFF2-40B4-BE49-F238E27FC236}">
                      <a16:creationId xmlns:a16="http://schemas.microsoft.com/office/drawing/2014/main" id="{0F9F6CB2-D708-C9B8-AE79-D4A513C1EA8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487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487807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30657"/>
                      </a:lnTo>
                      <a:cubicBezTo>
                        <a:pt x="114300" y="462280"/>
                        <a:pt x="88773" y="487807"/>
                        <a:pt x="57150" y="487807"/>
                      </a:cubicBezTo>
                      <a:cubicBezTo>
                        <a:pt x="25527" y="487807"/>
                        <a:pt x="0" y="462280"/>
                        <a:pt x="0" y="430657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59" name="Group 15">
                <a:extLst>
                  <a:ext uri="{FF2B5EF4-FFF2-40B4-BE49-F238E27FC236}">
                    <a16:creationId xmlns:a16="http://schemas.microsoft.com/office/drawing/2014/main" id="{A8D1152A-C084-AA7C-4253-DC5F412B5077}"/>
                  </a:ext>
                </a:extLst>
              </p:cNvPr>
              <p:cNvGrpSpPr/>
              <p:nvPr/>
            </p:nvGrpSpPr>
            <p:grpSpPr>
              <a:xfrm>
                <a:off x="742950" y="660"/>
                <a:ext cx="114300" cy="532092"/>
                <a:chOff x="0" y="0"/>
                <a:chExt cx="114300" cy="532092"/>
              </a:xfrm>
              <a:grpFill/>
            </p:grpSpPr>
            <p:sp>
              <p:nvSpPr>
                <p:cNvPr id="204" name="Freeform 16">
                  <a:extLst>
                    <a:ext uri="{FF2B5EF4-FFF2-40B4-BE49-F238E27FC236}">
                      <a16:creationId xmlns:a16="http://schemas.microsoft.com/office/drawing/2014/main" id="{CC829FCB-FA72-E860-BC5A-787BE33C4A6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532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32130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74980"/>
                      </a:lnTo>
                      <a:cubicBezTo>
                        <a:pt x="114300" y="506603"/>
                        <a:pt x="88773" y="532130"/>
                        <a:pt x="57150" y="532130"/>
                      </a:cubicBezTo>
                      <a:cubicBezTo>
                        <a:pt x="25527" y="532130"/>
                        <a:pt x="0" y="506476"/>
                        <a:pt x="0" y="474980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60" name="Group 17">
                <a:extLst>
                  <a:ext uri="{FF2B5EF4-FFF2-40B4-BE49-F238E27FC236}">
                    <a16:creationId xmlns:a16="http://schemas.microsoft.com/office/drawing/2014/main" id="{77763AFD-2D2D-799D-D664-7515C431E05D}"/>
                  </a:ext>
                </a:extLst>
              </p:cNvPr>
              <p:cNvGrpSpPr/>
              <p:nvPr/>
            </p:nvGrpSpPr>
            <p:grpSpPr>
              <a:xfrm>
                <a:off x="990600" y="40132"/>
                <a:ext cx="114300" cy="453136"/>
                <a:chOff x="0" y="0"/>
                <a:chExt cx="114300" cy="453136"/>
              </a:xfrm>
              <a:grpFill/>
            </p:grpSpPr>
            <p:sp>
              <p:nvSpPr>
                <p:cNvPr id="203" name="Freeform 18">
                  <a:extLst>
                    <a:ext uri="{FF2B5EF4-FFF2-40B4-BE49-F238E27FC236}">
                      <a16:creationId xmlns:a16="http://schemas.microsoft.com/office/drawing/2014/main" id="{89F1B7EA-F537-2B6B-CACC-9258A39EF3E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4531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453136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395986"/>
                      </a:lnTo>
                      <a:cubicBezTo>
                        <a:pt x="114300" y="427609"/>
                        <a:pt x="88773" y="453136"/>
                        <a:pt x="57150" y="453136"/>
                      </a:cubicBezTo>
                      <a:cubicBezTo>
                        <a:pt x="25527" y="453136"/>
                        <a:pt x="0" y="427609"/>
                        <a:pt x="0" y="395986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61" name="Group 19">
                <a:extLst>
                  <a:ext uri="{FF2B5EF4-FFF2-40B4-BE49-F238E27FC236}">
                    <a16:creationId xmlns:a16="http://schemas.microsoft.com/office/drawing/2014/main" id="{8E6C503D-F3CE-1712-63E2-33B71B4AF2F8}"/>
                  </a:ext>
                </a:extLst>
              </p:cNvPr>
              <p:cNvGrpSpPr/>
              <p:nvPr/>
            </p:nvGrpSpPr>
            <p:grpSpPr>
              <a:xfrm>
                <a:off x="1238250" y="129578"/>
                <a:ext cx="114300" cy="274256"/>
                <a:chOff x="0" y="0"/>
                <a:chExt cx="114300" cy="274256"/>
              </a:xfrm>
              <a:grpFill/>
            </p:grpSpPr>
            <p:sp>
              <p:nvSpPr>
                <p:cNvPr id="202" name="Freeform 20">
                  <a:extLst>
                    <a:ext uri="{FF2B5EF4-FFF2-40B4-BE49-F238E27FC236}">
                      <a16:creationId xmlns:a16="http://schemas.microsoft.com/office/drawing/2014/main" id="{BB9588D1-6FD6-FE74-D742-12C90C2B99E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2741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274193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217043"/>
                      </a:lnTo>
                      <a:cubicBezTo>
                        <a:pt x="114300" y="248666"/>
                        <a:pt x="88773" y="274193"/>
                        <a:pt x="57150" y="274193"/>
                      </a:cubicBezTo>
                      <a:cubicBezTo>
                        <a:pt x="25527" y="274193"/>
                        <a:pt x="0" y="248666"/>
                        <a:pt x="0" y="217043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62" name="Group 21">
                <a:extLst>
                  <a:ext uri="{FF2B5EF4-FFF2-40B4-BE49-F238E27FC236}">
                    <a16:creationId xmlns:a16="http://schemas.microsoft.com/office/drawing/2014/main" id="{F630D4B1-B857-B728-F268-A5D3CD9FA5CD}"/>
                  </a:ext>
                </a:extLst>
              </p:cNvPr>
              <p:cNvGrpSpPr/>
              <p:nvPr/>
            </p:nvGrpSpPr>
            <p:grpSpPr>
              <a:xfrm>
                <a:off x="1485900" y="176492"/>
                <a:ext cx="114300" cy="180416"/>
                <a:chOff x="0" y="0"/>
                <a:chExt cx="114300" cy="180416"/>
              </a:xfrm>
              <a:grpFill/>
            </p:grpSpPr>
            <p:sp>
              <p:nvSpPr>
                <p:cNvPr id="201" name="Freeform 22">
                  <a:extLst>
                    <a:ext uri="{FF2B5EF4-FFF2-40B4-BE49-F238E27FC236}">
                      <a16:creationId xmlns:a16="http://schemas.microsoft.com/office/drawing/2014/main" id="{A53F4DD4-62DD-7CF5-D8FA-6E5D4AC66B5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18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80467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123317"/>
                      </a:lnTo>
                      <a:cubicBezTo>
                        <a:pt x="114300" y="154940"/>
                        <a:pt x="88773" y="180467"/>
                        <a:pt x="57150" y="180467"/>
                      </a:cubicBezTo>
                      <a:cubicBezTo>
                        <a:pt x="25527" y="180467"/>
                        <a:pt x="0" y="154813"/>
                        <a:pt x="0" y="123317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63" name="Group 23">
                <a:extLst>
                  <a:ext uri="{FF2B5EF4-FFF2-40B4-BE49-F238E27FC236}">
                    <a16:creationId xmlns:a16="http://schemas.microsoft.com/office/drawing/2014/main" id="{0DF1AE8A-48E9-15FA-81DC-1FCDA5EFEE82}"/>
                  </a:ext>
                </a:extLst>
              </p:cNvPr>
              <p:cNvGrpSpPr/>
              <p:nvPr/>
            </p:nvGrpSpPr>
            <p:grpSpPr>
              <a:xfrm>
                <a:off x="1733550" y="73215"/>
                <a:ext cx="114300" cy="386982"/>
                <a:chOff x="0" y="0"/>
                <a:chExt cx="114300" cy="386982"/>
              </a:xfrm>
              <a:grpFill/>
            </p:grpSpPr>
            <p:sp>
              <p:nvSpPr>
                <p:cNvPr id="200" name="Freeform 24">
                  <a:extLst>
                    <a:ext uri="{FF2B5EF4-FFF2-40B4-BE49-F238E27FC236}">
                      <a16:creationId xmlns:a16="http://schemas.microsoft.com/office/drawing/2014/main" id="{610D4DB8-7039-80DF-A7B2-F29AEC460C2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386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386969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329819"/>
                      </a:lnTo>
                      <a:cubicBezTo>
                        <a:pt x="114300" y="361442"/>
                        <a:pt x="88773" y="386969"/>
                        <a:pt x="57150" y="386969"/>
                      </a:cubicBezTo>
                      <a:cubicBezTo>
                        <a:pt x="25527" y="386969"/>
                        <a:pt x="0" y="361442"/>
                        <a:pt x="0" y="329819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64" name="Group 25">
                <a:extLst>
                  <a:ext uri="{FF2B5EF4-FFF2-40B4-BE49-F238E27FC236}">
                    <a16:creationId xmlns:a16="http://schemas.microsoft.com/office/drawing/2014/main" id="{C18F29D4-53DD-4E4F-4AB7-A5404C059966}"/>
                  </a:ext>
                </a:extLst>
              </p:cNvPr>
              <p:cNvGrpSpPr/>
              <p:nvPr/>
            </p:nvGrpSpPr>
            <p:grpSpPr>
              <a:xfrm>
                <a:off x="1981200" y="10147"/>
                <a:ext cx="114300" cy="513118"/>
                <a:chOff x="0" y="0"/>
                <a:chExt cx="114300" cy="513118"/>
              </a:xfrm>
              <a:grpFill/>
            </p:grpSpPr>
            <p:sp>
              <p:nvSpPr>
                <p:cNvPr id="199" name="Freeform 26">
                  <a:extLst>
                    <a:ext uri="{FF2B5EF4-FFF2-40B4-BE49-F238E27FC236}">
                      <a16:creationId xmlns:a16="http://schemas.microsoft.com/office/drawing/2014/main" id="{ED46443C-74D6-6250-03E4-EA95C87836F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513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13080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55930"/>
                      </a:lnTo>
                      <a:cubicBezTo>
                        <a:pt x="114300" y="487553"/>
                        <a:pt x="88773" y="513080"/>
                        <a:pt x="57150" y="513080"/>
                      </a:cubicBezTo>
                      <a:cubicBezTo>
                        <a:pt x="25527" y="513080"/>
                        <a:pt x="0" y="487553"/>
                        <a:pt x="0" y="455930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65" name="Group 27">
                <a:extLst>
                  <a:ext uri="{FF2B5EF4-FFF2-40B4-BE49-F238E27FC236}">
                    <a16:creationId xmlns:a16="http://schemas.microsoft.com/office/drawing/2014/main" id="{BBF2C4DB-2D5A-1C3B-D521-D66CF2B2122B}"/>
                  </a:ext>
                </a:extLst>
              </p:cNvPr>
              <p:cNvGrpSpPr/>
              <p:nvPr/>
            </p:nvGrpSpPr>
            <p:grpSpPr>
              <a:xfrm>
                <a:off x="2228850" y="5893"/>
                <a:ext cx="114300" cy="521627"/>
                <a:chOff x="0" y="0"/>
                <a:chExt cx="114300" cy="521627"/>
              </a:xfrm>
              <a:grpFill/>
            </p:grpSpPr>
            <p:sp>
              <p:nvSpPr>
                <p:cNvPr id="198" name="Freeform 28">
                  <a:extLst>
                    <a:ext uri="{FF2B5EF4-FFF2-40B4-BE49-F238E27FC236}">
                      <a16:creationId xmlns:a16="http://schemas.microsoft.com/office/drawing/2014/main" id="{2AAAE83F-AF32-D552-002C-E54BFC579A7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5215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21589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64439"/>
                      </a:lnTo>
                      <a:cubicBezTo>
                        <a:pt x="114300" y="496062"/>
                        <a:pt x="88773" y="521589"/>
                        <a:pt x="57150" y="521589"/>
                      </a:cubicBezTo>
                      <a:cubicBezTo>
                        <a:pt x="25527" y="521589"/>
                        <a:pt x="0" y="496062"/>
                        <a:pt x="0" y="464439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66" name="Group 29">
                <a:extLst>
                  <a:ext uri="{FF2B5EF4-FFF2-40B4-BE49-F238E27FC236}">
                    <a16:creationId xmlns:a16="http://schemas.microsoft.com/office/drawing/2014/main" id="{8E1CDACD-16A1-44A9-1CE5-A24D8D191AD4}"/>
                  </a:ext>
                </a:extLst>
              </p:cNvPr>
              <p:cNvGrpSpPr/>
              <p:nvPr/>
            </p:nvGrpSpPr>
            <p:grpSpPr>
              <a:xfrm>
                <a:off x="2476500" y="61709"/>
                <a:ext cx="114300" cy="409994"/>
                <a:chOff x="0" y="0"/>
                <a:chExt cx="114300" cy="409994"/>
              </a:xfrm>
              <a:grpFill/>
            </p:grpSpPr>
            <p:sp>
              <p:nvSpPr>
                <p:cNvPr id="197" name="Freeform 30">
                  <a:extLst>
                    <a:ext uri="{FF2B5EF4-FFF2-40B4-BE49-F238E27FC236}">
                      <a16:creationId xmlns:a16="http://schemas.microsoft.com/office/drawing/2014/main" id="{AC6C6F5A-C385-8F3A-367D-9C12B1D63EE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409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409956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352806"/>
                      </a:lnTo>
                      <a:cubicBezTo>
                        <a:pt x="114300" y="384429"/>
                        <a:pt x="88773" y="409956"/>
                        <a:pt x="57150" y="409956"/>
                      </a:cubicBezTo>
                      <a:cubicBezTo>
                        <a:pt x="25527" y="409956"/>
                        <a:pt x="0" y="384429"/>
                        <a:pt x="0" y="352806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67" name="Group 31">
                <a:extLst>
                  <a:ext uri="{FF2B5EF4-FFF2-40B4-BE49-F238E27FC236}">
                    <a16:creationId xmlns:a16="http://schemas.microsoft.com/office/drawing/2014/main" id="{E6C652B8-CB94-C406-E7E4-38D2DF0450DD}"/>
                  </a:ext>
                </a:extLst>
              </p:cNvPr>
              <p:cNvGrpSpPr/>
              <p:nvPr/>
            </p:nvGrpSpPr>
            <p:grpSpPr>
              <a:xfrm>
                <a:off x="2724150" y="161125"/>
                <a:ext cx="114300" cy="211150"/>
                <a:chOff x="0" y="0"/>
                <a:chExt cx="114300" cy="211150"/>
              </a:xfrm>
              <a:grpFill/>
            </p:grpSpPr>
            <p:sp>
              <p:nvSpPr>
                <p:cNvPr id="196" name="Freeform 32">
                  <a:extLst>
                    <a:ext uri="{FF2B5EF4-FFF2-40B4-BE49-F238E27FC236}">
                      <a16:creationId xmlns:a16="http://schemas.microsoft.com/office/drawing/2014/main" id="{75897DF1-F29C-2270-F676-A49D89505EC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211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211201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154051"/>
                      </a:lnTo>
                      <a:cubicBezTo>
                        <a:pt x="114300" y="185674"/>
                        <a:pt x="88773" y="211201"/>
                        <a:pt x="57150" y="211201"/>
                      </a:cubicBezTo>
                      <a:cubicBezTo>
                        <a:pt x="25527" y="211201"/>
                        <a:pt x="0" y="185547"/>
                        <a:pt x="0" y="154051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68" name="Group 33">
                <a:extLst>
                  <a:ext uri="{FF2B5EF4-FFF2-40B4-BE49-F238E27FC236}">
                    <a16:creationId xmlns:a16="http://schemas.microsoft.com/office/drawing/2014/main" id="{3A9AE023-A993-400B-2181-8FD2995F72AA}"/>
                  </a:ext>
                </a:extLst>
              </p:cNvPr>
              <p:cNvGrpSpPr/>
              <p:nvPr/>
            </p:nvGrpSpPr>
            <p:grpSpPr>
              <a:xfrm>
                <a:off x="2971800" y="144272"/>
                <a:ext cx="114300" cy="244869"/>
                <a:chOff x="0" y="0"/>
                <a:chExt cx="114300" cy="244869"/>
              </a:xfrm>
              <a:grpFill/>
            </p:grpSpPr>
            <p:sp>
              <p:nvSpPr>
                <p:cNvPr id="195" name="Freeform 34">
                  <a:extLst>
                    <a:ext uri="{FF2B5EF4-FFF2-40B4-BE49-F238E27FC236}">
                      <a16:creationId xmlns:a16="http://schemas.microsoft.com/office/drawing/2014/main" id="{1B9F6801-5607-B497-2A67-1AB9FEE27E7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2448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244856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187706"/>
                      </a:lnTo>
                      <a:cubicBezTo>
                        <a:pt x="114300" y="219329"/>
                        <a:pt x="88773" y="244856"/>
                        <a:pt x="57150" y="244856"/>
                      </a:cubicBezTo>
                      <a:cubicBezTo>
                        <a:pt x="25527" y="244856"/>
                        <a:pt x="0" y="219329"/>
                        <a:pt x="0" y="187706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69" name="Group 35">
                <a:extLst>
                  <a:ext uri="{FF2B5EF4-FFF2-40B4-BE49-F238E27FC236}">
                    <a16:creationId xmlns:a16="http://schemas.microsoft.com/office/drawing/2014/main" id="{2D20A674-5096-EC62-0889-D343544DE08F}"/>
                  </a:ext>
                </a:extLst>
              </p:cNvPr>
              <p:cNvGrpSpPr/>
              <p:nvPr/>
            </p:nvGrpSpPr>
            <p:grpSpPr>
              <a:xfrm>
                <a:off x="3219450" y="49822"/>
                <a:ext cx="114300" cy="433768"/>
                <a:chOff x="0" y="0"/>
                <a:chExt cx="114300" cy="433768"/>
              </a:xfrm>
              <a:grpFill/>
            </p:grpSpPr>
            <p:sp>
              <p:nvSpPr>
                <p:cNvPr id="194" name="Freeform 36">
                  <a:extLst>
                    <a:ext uri="{FF2B5EF4-FFF2-40B4-BE49-F238E27FC236}">
                      <a16:creationId xmlns:a16="http://schemas.microsoft.com/office/drawing/2014/main" id="{97D696B6-0095-ADEF-40EC-3A9755411B1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433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433705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376555"/>
                      </a:lnTo>
                      <a:cubicBezTo>
                        <a:pt x="114300" y="408178"/>
                        <a:pt x="88773" y="433705"/>
                        <a:pt x="57150" y="433705"/>
                      </a:cubicBezTo>
                      <a:cubicBezTo>
                        <a:pt x="25527" y="433705"/>
                        <a:pt x="0" y="408178"/>
                        <a:pt x="0" y="376555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70" name="Group 37">
                <a:extLst>
                  <a:ext uri="{FF2B5EF4-FFF2-40B4-BE49-F238E27FC236}">
                    <a16:creationId xmlns:a16="http://schemas.microsoft.com/office/drawing/2014/main" id="{5B8B1C21-B17D-C56A-F380-E6721DD14D9C}"/>
                  </a:ext>
                </a:extLst>
              </p:cNvPr>
              <p:cNvGrpSpPr/>
              <p:nvPr/>
            </p:nvGrpSpPr>
            <p:grpSpPr>
              <a:xfrm>
                <a:off x="3467100" y="2477"/>
                <a:ext cx="114300" cy="528447"/>
                <a:chOff x="0" y="0"/>
                <a:chExt cx="114300" cy="528447"/>
              </a:xfrm>
              <a:grpFill/>
            </p:grpSpPr>
            <p:sp>
              <p:nvSpPr>
                <p:cNvPr id="193" name="Freeform 38">
                  <a:extLst>
                    <a:ext uri="{FF2B5EF4-FFF2-40B4-BE49-F238E27FC236}">
                      <a16:creationId xmlns:a16="http://schemas.microsoft.com/office/drawing/2014/main" id="{83963959-D89C-3487-27A5-5A6962DA1EA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5284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28447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71297"/>
                      </a:lnTo>
                      <a:cubicBezTo>
                        <a:pt x="114300" y="502920"/>
                        <a:pt x="88773" y="528447"/>
                        <a:pt x="57150" y="528447"/>
                      </a:cubicBezTo>
                      <a:cubicBezTo>
                        <a:pt x="25527" y="528447"/>
                        <a:pt x="0" y="502793"/>
                        <a:pt x="0" y="471297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71" name="Group 39">
                <a:extLst>
                  <a:ext uri="{FF2B5EF4-FFF2-40B4-BE49-F238E27FC236}">
                    <a16:creationId xmlns:a16="http://schemas.microsoft.com/office/drawing/2014/main" id="{89779267-06BC-4E90-EF91-C397C28F36FF}"/>
                  </a:ext>
                </a:extLst>
              </p:cNvPr>
              <p:cNvGrpSpPr/>
              <p:nvPr/>
            </p:nvGrpSpPr>
            <p:grpSpPr>
              <a:xfrm>
                <a:off x="3714750" y="16218"/>
                <a:ext cx="114300" cy="500964"/>
                <a:chOff x="0" y="0"/>
                <a:chExt cx="114300" cy="500964"/>
              </a:xfrm>
              <a:grpFill/>
            </p:grpSpPr>
            <p:sp>
              <p:nvSpPr>
                <p:cNvPr id="192" name="Freeform 40">
                  <a:extLst>
                    <a:ext uri="{FF2B5EF4-FFF2-40B4-BE49-F238E27FC236}">
                      <a16:creationId xmlns:a16="http://schemas.microsoft.com/office/drawing/2014/main" id="{100A037A-E83C-9D63-9F63-615D759C263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501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01015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43865"/>
                      </a:lnTo>
                      <a:cubicBezTo>
                        <a:pt x="114300" y="475488"/>
                        <a:pt x="88773" y="501015"/>
                        <a:pt x="57150" y="501015"/>
                      </a:cubicBezTo>
                      <a:cubicBezTo>
                        <a:pt x="25527" y="501015"/>
                        <a:pt x="0" y="475361"/>
                        <a:pt x="0" y="443865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72" name="Group 41">
                <a:extLst>
                  <a:ext uri="{FF2B5EF4-FFF2-40B4-BE49-F238E27FC236}">
                    <a16:creationId xmlns:a16="http://schemas.microsoft.com/office/drawing/2014/main" id="{9F9A6AEE-5140-0485-EA35-250E6814D3CF}"/>
                  </a:ext>
                </a:extLst>
              </p:cNvPr>
              <p:cNvGrpSpPr/>
              <p:nvPr/>
            </p:nvGrpSpPr>
            <p:grpSpPr>
              <a:xfrm>
                <a:off x="3962400" y="86982"/>
                <a:ext cx="114300" cy="359435"/>
                <a:chOff x="0" y="0"/>
                <a:chExt cx="114300" cy="359435"/>
              </a:xfrm>
              <a:grpFill/>
            </p:grpSpPr>
            <p:sp>
              <p:nvSpPr>
                <p:cNvPr id="191" name="Freeform 42">
                  <a:extLst>
                    <a:ext uri="{FF2B5EF4-FFF2-40B4-BE49-F238E27FC236}">
                      <a16:creationId xmlns:a16="http://schemas.microsoft.com/office/drawing/2014/main" id="{3FD52EF4-A1B3-71F4-354E-6483F368EC6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359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359410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302260"/>
                      </a:lnTo>
                      <a:cubicBezTo>
                        <a:pt x="114300" y="333883"/>
                        <a:pt x="88773" y="359410"/>
                        <a:pt x="57150" y="359410"/>
                      </a:cubicBezTo>
                      <a:cubicBezTo>
                        <a:pt x="25527" y="359410"/>
                        <a:pt x="0" y="333883"/>
                        <a:pt x="0" y="302260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73" name="Group 43">
                <a:extLst>
                  <a:ext uri="{FF2B5EF4-FFF2-40B4-BE49-F238E27FC236}">
                    <a16:creationId xmlns:a16="http://schemas.microsoft.com/office/drawing/2014/main" id="{7CA9652C-A3F9-9A9F-9373-FCA4A424F5BF}"/>
                  </a:ext>
                </a:extLst>
              </p:cNvPr>
              <p:cNvGrpSpPr/>
              <p:nvPr/>
            </p:nvGrpSpPr>
            <p:grpSpPr>
              <a:xfrm>
                <a:off x="4210050" y="193891"/>
                <a:ext cx="114300" cy="145606"/>
                <a:chOff x="0" y="0"/>
                <a:chExt cx="114300" cy="145606"/>
              </a:xfrm>
              <a:grpFill/>
            </p:grpSpPr>
            <p:sp>
              <p:nvSpPr>
                <p:cNvPr id="190" name="Freeform 44">
                  <a:extLst>
                    <a:ext uri="{FF2B5EF4-FFF2-40B4-BE49-F238E27FC236}">
                      <a16:creationId xmlns:a16="http://schemas.microsoft.com/office/drawing/2014/main" id="{41CE9A0C-E083-1978-D1D6-781B5639C2D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145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45669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88519"/>
                      </a:lnTo>
                      <a:cubicBezTo>
                        <a:pt x="114300" y="120142"/>
                        <a:pt x="88773" y="145669"/>
                        <a:pt x="57150" y="145669"/>
                      </a:cubicBezTo>
                      <a:cubicBezTo>
                        <a:pt x="25527" y="145669"/>
                        <a:pt x="0" y="120015"/>
                        <a:pt x="0" y="88519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74" name="Group 45">
                <a:extLst>
                  <a:ext uri="{FF2B5EF4-FFF2-40B4-BE49-F238E27FC236}">
                    <a16:creationId xmlns:a16="http://schemas.microsoft.com/office/drawing/2014/main" id="{E610DFD6-49EC-A62A-3164-6CCDA3CFCE08}"/>
                  </a:ext>
                </a:extLst>
              </p:cNvPr>
              <p:cNvGrpSpPr/>
              <p:nvPr/>
            </p:nvGrpSpPr>
            <p:grpSpPr>
              <a:xfrm>
                <a:off x="4457700" y="113678"/>
                <a:ext cx="114300" cy="306057"/>
                <a:chOff x="0" y="0"/>
                <a:chExt cx="114300" cy="306057"/>
              </a:xfrm>
              <a:grpFill/>
            </p:grpSpPr>
            <p:sp>
              <p:nvSpPr>
                <p:cNvPr id="189" name="Freeform 46">
                  <a:extLst>
                    <a:ext uri="{FF2B5EF4-FFF2-40B4-BE49-F238E27FC236}">
                      <a16:creationId xmlns:a16="http://schemas.microsoft.com/office/drawing/2014/main" id="{6E14B888-E783-BBD2-78FC-E3E5F2E40D7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306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306070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248920"/>
                      </a:lnTo>
                      <a:cubicBezTo>
                        <a:pt x="114300" y="280543"/>
                        <a:pt x="88773" y="306070"/>
                        <a:pt x="57150" y="306070"/>
                      </a:cubicBezTo>
                      <a:cubicBezTo>
                        <a:pt x="25527" y="306070"/>
                        <a:pt x="0" y="280416"/>
                        <a:pt x="0" y="248920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75" name="Group 47">
                <a:extLst>
                  <a:ext uri="{FF2B5EF4-FFF2-40B4-BE49-F238E27FC236}">
                    <a16:creationId xmlns:a16="http://schemas.microsoft.com/office/drawing/2014/main" id="{E604686C-B5AE-7F9A-5853-BD626C6F977D}"/>
                  </a:ext>
                </a:extLst>
              </p:cNvPr>
              <p:cNvGrpSpPr/>
              <p:nvPr/>
            </p:nvGrpSpPr>
            <p:grpSpPr>
              <a:xfrm>
                <a:off x="4705350" y="30417"/>
                <a:ext cx="114300" cy="472554"/>
                <a:chOff x="0" y="0"/>
                <a:chExt cx="114300" cy="472554"/>
              </a:xfrm>
              <a:grpFill/>
            </p:grpSpPr>
            <p:sp>
              <p:nvSpPr>
                <p:cNvPr id="188" name="Freeform 48">
                  <a:extLst>
                    <a:ext uri="{FF2B5EF4-FFF2-40B4-BE49-F238E27FC236}">
                      <a16:creationId xmlns:a16="http://schemas.microsoft.com/office/drawing/2014/main" id="{6B8307B6-FB14-C615-B0FF-6AFECFCEA79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472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472567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15417"/>
                      </a:lnTo>
                      <a:cubicBezTo>
                        <a:pt x="114300" y="447040"/>
                        <a:pt x="88773" y="472567"/>
                        <a:pt x="57150" y="472567"/>
                      </a:cubicBezTo>
                      <a:cubicBezTo>
                        <a:pt x="25527" y="472567"/>
                        <a:pt x="0" y="446913"/>
                        <a:pt x="0" y="415417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76" name="Group 49">
                <a:extLst>
                  <a:ext uri="{FF2B5EF4-FFF2-40B4-BE49-F238E27FC236}">
                    <a16:creationId xmlns:a16="http://schemas.microsoft.com/office/drawing/2014/main" id="{F91F9789-AECA-6AEE-8DD7-A8CF30331A07}"/>
                  </a:ext>
                </a:extLst>
              </p:cNvPr>
              <p:cNvGrpSpPr/>
              <p:nvPr/>
            </p:nvGrpSpPr>
            <p:grpSpPr>
              <a:xfrm>
                <a:off x="4953000" y="0"/>
                <a:ext cx="114300" cy="533400"/>
                <a:chOff x="0" y="0"/>
                <a:chExt cx="114300" cy="533400"/>
              </a:xfrm>
              <a:grpFill/>
            </p:grpSpPr>
            <p:sp>
              <p:nvSpPr>
                <p:cNvPr id="187" name="Freeform 50">
                  <a:extLst>
                    <a:ext uri="{FF2B5EF4-FFF2-40B4-BE49-F238E27FC236}">
                      <a16:creationId xmlns:a16="http://schemas.microsoft.com/office/drawing/2014/main" id="{F2F46254-582B-94EE-E786-AEBF7FD9C3C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33400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76250"/>
                      </a:lnTo>
                      <a:cubicBezTo>
                        <a:pt x="114300" y="507746"/>
                        <a:pt x="88773" y="533400"/>
                        <a:pt x="57150" y="533400"/>
                      </a:cubicBezTo>
                      <a:cubicBezTo>
                        <a:pt x="25527" y="533400"/>
                        <a:pt x="0" y="507746"/>
                        <a:pt x="0" y="476250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77" name="Group 51">
                <a:extLst>
                  <a:ext uri="{FF2B5EF4-FFF2-40B4-BE49-F238E27FC236}">
                    <a16:creationId xmlns:a16="http://schemas.microsoft.com/office/drawing/2014/main" id="{A038EF0E-DCC1-F864-CB87-C403BE49BF81}"/>
                  </a:ext>
                </a:extLst>
              </p:cNvPr>
              <p:cNvGrpSpPr/>
              <p:nvPr/>
            </p:nvGrpSpPr>
            <p:grpSpPr>
              <a:xfrm>
                <a:off x="5200650" y="31394"/>
                <a:ext cx="114300" cy="470624"/>
                <a:chOff x="0" y="0"/>
                <a:chExt cx="114300" cy="470624"/>
              </a:xfrm>
              <a:grpFill/>
            </p:grpSpPr>
            <p:sp>
              <p:nvSpPr>
                <p:cNvPr id="186" name="Freeform 52">
                  <a:extLst>
                    <a:ext uri="{FF2B5EF4-FFF2-40B4-BE49-F238E27FC236}">
                      <a16:creationId xmlns:a16="http://schemas.microsoft.com/office/drawing/2014/main" id="{DCD251F9-23E3-6C72-6A7E-009CED6E072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4706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470662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13512"/>
                      </a:lnTo>
                      <a:cubicBezTo>
                        <a:pt x="114300" y="445135"/>
                        <a:pt x="88773" y="470662"/>
                        <a:pt x="57150" y="470662"/>
                      </a:cubicBezTo>
                      <a:cubicBezTo>
                        <a:pt x="25527" y="470662"/>
                        <a:pt x="0" y="445008"/>
                        <a:pt x="0" y="413512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78" name="Group 53">
                <a:extLst>
                  <a:ext uri="{FF2B5EF4-FFF2-40B4-BE49-F238E27FC236}">
                    <a16:creationId xmlns:a16="http://schemas.microsoft.com/office/drawing/2014/main" id="{F8B4F12F-4C35-5597-FF84-B968AA9B85BA}"/>
                  </a:ext>
                </a:extLst>
              </p:cNvPr>
              <p:cNvGrpSpPr/>
              <p:nvPr/>
            </p:nvGrpSpPr>
            <p:grpSpPr>
              <a:xfrm>
                <a:off x="5448300" y="115329"/>
                <a:ext cx="114300" cy="302743"/>
                <a:chOff x="0" y="0"/>
                <a:chExt cx="114300" cy="302743"/>
              </a:xfrm>
              <a:grpFill/>
            </p:grpSpPr>
            <p:sp>
              <p:nvSpPr>
                <p:cNvPr id="185" name="Freeform 54">
                  <a:extLst>
                    <a:ext uri="{FF2B5EF4-FFF2-40B4-BE49-F238E27FC236}">
                      <a16:creationId xmlns:a16="http://schemas.microsoft.com/office/drawing/2014/main" id="{48BD287D-25B2-EE54-47F1-2F18EDACC49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30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302768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245618"/>
                      </a:lnTo>
                      <a:cubicBezTo>
                        <a:pt x="114300" y="277241"/>
                        <a:pt x="88773" y="302768"/>
                        <a:pt x="57150" y="302768"/>
                      </a:cubicBezTo>
                      <a:cubicBezTo>
                        <a:pt x="25527" y="302768"/>
                        <a:pt x="0" y="277114"/>
                        <a:pt x="0" y="245618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79" name="Group 55">
                <a:extLst>
                  <a:ext uri="{FF2B5EF4-FFF2-40B4-BE49-F238E27FC236}">
                    <a16:creationId xmlns:a16="http://schemas.microsoft.com/office/drawing/2014/main" id="{D3066E85-9286-D4D2-C2D1-BD04B1C373A2}"/>
                  </a:ext>
                </a:extLst>
              </p:cNvPr>
              <p:cNvGrpSpPr/>
              <p:nvPr/>
            </p:nvGrpSpPr>
            <p:grpSpPr>
              <a:xfrm>
                <a:off x="5695950" y="192049"/>
                <a:ext cx="114300" cy="149314"/>
                <a:chOff x="0" y="0"/>
                <a:chExt cx="114300" cy="149314"/>
              </a:xfrm>
              <a:grpFill/>
            </p:grpSpPr>
            <p:sp>
              <p:nvSpPr>
                <p:cNvPr id="184" name="Freeform 56">
                  <a:extLst>
                    <a:ext uri="{FF2B5EF4-FFF2-40B4-BE49-F238E27FC236}">
                      <a16:creationId xmlns:a16="http://schemas.microsoft.com/office/drawing/2014/main" id="{E42A585C-EB53-CD3C-DD16-3D68A89056C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149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49352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92202"/>
                      </a:lnTo>
                      <a:cubicBezTo>
                        <a:pt x="114300" y="123825"/>
                        <a:pt x="88773" y="149352"/>
                        <a:pt x="57150" y="149352"/>
                      </a:cubicBezTo>
                      <a:cubicBezTo>
                        <a:pt x="25527" y="149352"/>
                        <a:pt x="0" y="123698"/>
                        <a:pt x="0" y="92202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80" name="Group 57">
                <a:extLst>
                  <a:ext uri="{FF2B5EF4-FFF2-40B4-BE49-F238E27FC236}">
                    <a16:creationId xmlns:a16="http://schemas.microsoft.com/office/drawing/2014/main" id="{6BCCF911-7507-13E1-66A5-98A17879DD19}"/>
                  </a:ext>
                </a:extLst>
              </p:cNvPr>
              <p:cNvGrpSpPr/>
              <p:nvPr/>
            </p:nvGrpSpPr>
            <p:grpSpPr>
              <a:xfrm>
                <a:off x="5943600" y="85484"/>
                <a:ext cx="114300" cy="362433"/>
                <a:chOff x="0" y="0"/>
                <a:chExt cx="114300" cy="362433"/>
              </a:xfrm>
              <a:grpFill/>
            </p:grpSpPr>
            <p:sp>
              <p:nvSpPr>
                <p:cNvPr id="183" name="Freeform 58">
                  <a:extLst>
                    <a:ext uri="{FF2B5EF4-FFF2-40B4-BE49-F238E27FC236}">
                      <a16:creationId xmlns:a16="http://schemas.microsoft.com/office/drawing/2014/main" id="{C7668EA2-9AEA-26AE-8F80-CC61E0F04D1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3624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362458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305308"/>
                      </a:lnTo>
                      <a:cubicBezTo>
                        <a:pt x="114300" y="336931"/>
                        <a:pt x="88773" y="362458"/>
                        <a:pt x="57150" y="362458"/>
                      </a:cubicBezTo>
                      <a:cubicBezTo>
                        <a:pt x="25527" y="362458"/>
                        <a:pt x="0" y="336804"/>
                        <a:pt x="0" y="305308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81" name="Group 59">
                <a:extLst>
                  <a:ext uri="{FF2B5EF4-FFF2-40B4-BE49-F238E27FC236}">
                    <a16:creationId xmlns:a16="http://schemas.microsoft.com/office/drawing/2014/main" id="{69B02ECB-B486-F232-7FAD-88EFB7AC8A66}"/>
                  </a:ext>
                </a:extLst>
              </p:cNvPr>
              <p:cNvGrpSpPr/>
              <p:nvPr/>
            </p:nvGrpSpPr>
            <p:grpSpPr>
              <a:xfrm>
                <a:off x="6191250" y="15507"/>
                <a:ext cx="114300" cy="502374"/>
                <a:chOff x="0" y="0"/>
                <a:chExt cx="114300" cy="502374"/>
              </a:xfrm>
              <a:grpFill/>
            </p:grpSpPr>
            <p:sp>
              <p:nvSpPr>
                <p:cNvPr id="182" name="Freeform 60">
                  <a:extLst>
                    <a:ext uri="{FF2B5EF4-FFF2-40B4-BE49-F238E27FC236}">
                      <a16:creationId xmlns:a16="http://schemas.microsoft.com/office/drawing/2014/main" id="{A3D06D30-90B0-3445-DCA5-EF641780E78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502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02412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45262"/>
                      </a:lnTo>
                      <a:cubicBezTo>
                        <a:pt x="114300" y="476885"/>
                        <a:pt x="88773" y="502412"/>
                        <a:pt x="57150" y="502412"/>
                      </a:cubicBezTo>
                      <a:cubicBezTo>
                        <a:pt x="25527" y="502412"/>
                        <a:pt x="0" y="476758"/>
                        <a:pt x="0" y="445262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</p:grpSp>
        <p:grpSp>
          <p:nvGrpSpPr>
            <p:cNvPr id="261" name="Группа 260">
              <a:extLst>
                <a:ext uri="{FF2B5EF4-FFF2-40B4-BE49-F238E27FC236}">
                  <a16:creationId xmlns:a16="http://schemas.microsoft.com/office/drawing/2014/main" id="{BF3D0BB5-F7A3-E036-6E73-48082C550927}"/>
                </a:ext>
              </a:extLst>
            </p:cNvPr>
            <p:cNvGrpSpPr/>
            <p:nvPr/>
          </p:nvGrpSpPr>
          <p:grpSpPr>
            <a:xfrm>
              <a:off x="6014168" y="8174396"/>
              <a:ext cx="3800475" cy="400050"/>
              <a:chOff x="6584080" y="8174015"/>
              <a:chExt cx="3800475" cy="400050"/>
            </a:xfrm>
          </p:grpSpPr>
          <p:grpSp>
            <p:nvGrpSpPr>
              <p:cNvPr id="212" name="Group 15">
                <a:extLst>
                  <a:ext uri="{FF2B5EF4-FFF2-40B4-BE49-F238E27FC236}">
                    <a16:creationId xmlns:a16="http://schemas.microsoft.com/office/drawing/2014/main" id="{AEB516B1-C61B-6E36-9829-4ABB3BC313C0}"/>
                  </a:ext>
                </a:extLst>
              </p:cNvPr>
              <p:cNvGrpSpPr/>
              <p:nvPr/>
            </p:nvGrpSpPr>
            <p:grpSpPr>
              <a:xfrm>
                <a:off x="6584080" y="8174510"/>
                <a:ext cx="85725" cy="399069"/>
                <a:chOff x="0" y="0"/>
                <a:chExt cx="114300" cy="532092"/>
              </a:xfrm>
              <a:solidFill>
                <a:srgbClr val="516C4B"/>
              </a:solidFill>
            </p:grpSpPr>
            <p:sp>
              <p:nvSpPr>
                <p:cNvPr id="257" name="Freeform 16">
                  <a:extLst>
                    <a:ext uri="{FF2B5EF4-FFF2-40B4-BE49-F238E27FC236}">
                      <a16:creationId xmlns:a16="http://schemas.microsoft.com/office/drawing/2014/main" id="{8D450E3D-D762-C1C6-E5B9-2F7AD2DC998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532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32130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74980"/>
                      </a:lnTo>
                      <a:cubicBezTo>
                        <a:pt x="114300" y="506603"/>
                        <a:pt x="88773" y="532130"/>
                        <a:pt x="57150" y="532130"/>
                      </a:cubicBezTo>
                      <a:cubicBezTo>
                        <a:pt x="25527" y="532130"/>
                        <a:pt x="0" y="506476"/>
                        <a:pt x="0" y="474980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213" name="Group 17">
                <a:extLst>
                  <a:ext uri="{FF2B5EF4-FFF2-40B4-BE49-F238E27FC236}">
                    <a16:creationId xmlns:a16="http://schemas.microsoft.com/office/drawing/2014/main" id="{0B5DAC77-E0B0-AF48-B344-A58B7B8322ED}"/>
                  </a:ext>
                </a:extLst>
              </p:cNvPr>
              <p:cNvGrpSpPr/>
              <p:nvPr/>
            </p:nvGrpSpPr>
            <p:grpSpPr>
              <a:xfrm>
                <a:off x="6769818" y="8204114"/>
                <a:ext cx="85725" cy="339852"/>
                <a:chOff x="0" y="0"/>
                <a:chExt cx="114300" cy="453136"/>
              </a:xfrm>
              <a:solidFill>
                <a:srgbClr val="516C4B"/>
              </a:solidFill>
            </p:grpSpPr>
            <p:sp>
              <p:nvSpPr>
                <p:cNvPr id="256" name="Freeform 18">
                  <a:extLst>
                    <a:ext uri="{FF2B5EF4-FFF2-40B4-BE49-F238E27FC236}">
                      <a16:creationId xmlns:a16="http://schemas.microsoft.com/office/drawing/2014/main" id="{78854F9D-C216-27EC-8EDC-0E388E08FAB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4531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453136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395986"/>
                      </a:lnTo>
                      <a:cubicBezTo>
                        <a:pt x="114300" y="427609"/>
                        <a:pt x="88773" y="453136"/>
                        <a:pt x="57150" y="453136"/>
                      </a:cubicBezTo>
                      <a:cubicBezTo>
                        <a:pt x="25527" y="453136"/>
                        <a:pt x="0" y="427609"/>
                        <a:pt x="0" y="395986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214" name="Group 19">
                <a:extLst>
                  <a:ext uri="{FF2B5EF4-FFF2-40B4-BE49-F238E27FC236}">
                    <a16:creationId xmlns:a16="http://schemas.microsoft.com/office/drawing/2014/main" id="{20B0EB2D-9F25-6CE1-2B8B-6B2BEBEAB179}"/>
                  </a:ext>
                </a:extLst>
              </p:cNvPr>
              <p:cNvGrpSpPr/>
              <p:nvPr/>
            </p:nvGrpSpPr>
            <p:grpSpPr>
              <a:xfrm>
                <a:off x="6955555" y="8271199"/>
                <a:ext cx="85725" cy="205692"/>
                <a:chOff x="0" y="0"/>
                <a:chExt cx="114300" cy="274256"/>
              </a:xfrm>
              <a:solidFill>
                <a:srgbClr val="516C4B"/>
              </a:solidFill>
            </p:grpSpPr>
            <p:sp>
              <p:nvSpPr>
                <p:cNvPr id="255" name="Freeform 20">
                  <a:extLst>
                    <a:ext uri="{FF2B5EF4-FFF2-40B4-BE49-F238E27FC236}">
                      <a16:creationId xmlns:a16="http://schemas.microsoft.com/office/drawing/2014/main" id="{B281D4D3-7631-0373-ACBF-A2624986E75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2741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274193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217043"/>
                      </a:lnTo>
                      <a:cubicBezTo>
                        <a:pt x="114300" y="248666"/>
                        <a:pt x="88773" y="274193"/>
                        <a:pt x="57150" y="274193"/>
                      </a:cubicBezTo>
                      <a:cubicBezTo>
                        <a:pt x="25527" y="274193"/>
                        <a:pt x="0" y="248666"/>
                        <a:pt x="0" y="217043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215" name="Group 21">
                <a:extLst>
                  <a:ext uri="{FF2B5EF4-FFF2-40B4-BE49-F238E27FC236}">
                    <a16:creationId xmlns:a16="http://schemas.microsoft.com/office/drawing/2014/main" id="{640A7A81-DB7A-F1D5-7C8D-41001554BB54}"/>
                  </a:ext>
                </a:extLst>
              </p:cNvPr>
              <p:cNvGrpSpPr/>
              <p:nvPr/>
            </p:nvGrpSpPr>
            <p:grpSpPr>
              <a:xfrm>
                <a:off x="7141293" y="8306384"/>
                <a:ext cx="85725" cy="135312"/>
                <a:chOff x="0" y="0"/>
                <a:chExt cx="114300" cy="180416"/>
              </a:xfrm>
              <a:solidFill>
                <a:srgbClr val="516C4B"/>
              </a:solidFill>
            </p:grpSpPr>
            <p:sp>
              <p:nvSpPr>
                <p:cNvPr id="254" name="Freeform 22">
                  <a:extLst>
                    <a:ext uri="{FF2B5EF4-FFF2-40B4-BE49-F238E27FC236}">
                      <a16:creationId xmlns:a16="http://schemas.microsoft.com/office/drawing/2014/main" id="{7282143C-A109-D4B2-EF00-DA97414C252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18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80467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123317"/>
                      </a:lnTo>
                      <a:cubicBezTo>
                        <a:pt x="114300" y="154940"/>
                        <a:pt x="88773" y="180467"/>
                        <a:pt x="57150" y="180467"/>
                      </a:cubicBezTo>
                      <a:cubicBezTo>
                        <a:pt x="25527" y="180467"/>
                        <a:pt x="0" y="154813"/>
                        <a:pt x="0" y="123317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216" name="Group 23">
                <a:extLst>
                  <a:ext uri="{FF2B5EF4-FFF2-40B4-BE49-F238E27FC236}">
                    <a16:creationId xmlns:a16="http://schemas.microsoft.com/office/drawing/2014/main" id="{593B6805-7077-436E-5676-0567AE3897D6}"/>
                  </a:ext>
                </a:extLst>
              </p:cNvPr>
              <p:cNvGrpSpPr/>
              <p:nvPr/>
            </p:nvGrpSpPr>
            <p:grpSpPr>
              <a:xfrm>
                <a:off x="7327030" y="8228926"/>
                <a:ext cx="85725" cy="290237"/>
                <a:chOff x="0" y="0"/>
                <a:chExt cx="114300" cy="386982"/>
              </a:xfrm>
              <a:solidFill>
                <a:srgbClr val="516C4B"/>
              </a:solidFill>
            </p:grpSpPr>
            <p:sp>
              <p:nvSpPr>
                <p:cNvPr id="253" name="Freeform 24">
                  <a:extLst>
                    <a:ext uri="{FF2B5EF4-FFF2-40B4-BE49-F238E27FC236}">
                      <a16:creationId xmlns:a16="http://schemas.microsoft.com/office/drawing/2014/main" id="{BBACC342-EB51-7988-1693-B54BEBAD89A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386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386969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329819"/>
                      </a:lnTo>
                      <a:cubicBezTo>
                        <a:pt x="114300" y="361442"/>
                        <a:pt x="88773" y="386969"/>
                        <a:pt x="57150" y="386969"/>
                      </a:cubicBezTo>
                      <a:cubicBezTo>
                        <a:pt x="25527" y="386969"/>
                        <a:pt x="0" y="361442"/>
                        <a:pt x="0" y="329819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217" name="Group 25">
                <a:extLst>
                  <a:ext uri="{FF2B5EF4-FFF2-40B4-BE49-F238E27FC236}">
                    <a16:creationId xmlns:a16="http://schemas.microsoft.com/office/drawing/2014/main" id="{FA384EBE-B99A-5475-EA5C-477CCE6DA578}"/>
                  </a:ext>
                </a:extLst>
              </p:cNvPr>
              <p:cNvGrpSpPr/>
              <p:nvPr/>
            </p:nvGrpSpPr>
            <p:grpSpPr>
              <a:xfrm>
                <a:off x="7512768" y="8181625"/>
                <a:ext cx="85725" cy="384839"/>
                <a:chOff x="0" y="0"/>
                <a:chExt cx="114300" cy="513118"/>
              </a:xfrm>
              <a:solidFill>
                <a:srgbClr val="516C4B"/>
              </a:solidFill>
            </p:grpSpPr>
            <p:sp>
              <p:nvSpPr>
                <p:cNvPr id="252" name="Freeform 26">
                  <a:extLst>
                    <a:ext uri="{FF2B5EF4-FFF2-40B4-BE49-F238E27FC236}">
                      <a16:creationId xmlns:a16="http://schemas.microsoft.com/office/drawing/2014/main" id="{BF9F7AB0-E807-AA35-5A7A-E8D80F2AE9E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513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13080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55930"/>
                      </a:lnTo>
                      <a:cubicBezTo>
                        <a:pt x="114300" y="487553"/>
                        <a:pt x="88773" y="513080"/>
                        <a:pt x="57150" y="513080"/>
                      </a:cubicBezTo>
                      <a:cubicBezTo>
                        <a:pt x="25527" y="513080"/>
                        <a:pt x="0" y="487553"/>
                        <a:pt x="0" y="455930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218" name="Group 27">
                <a:extLst>
                  <a:ext uri="{FF2B5EF4-FFF2-40B4-BE49-F238E27FC236}">
                    <a16:creationId xmlns:a16="http://schemas.microsoft.com/office/drawing/2014/main" id="{CDD62300-3E63-C6B8-C4C3-6BF574EFA448}"/>
                  </a:ext>
                </a:extLst>
              </p:cNvPr>
              <p:cNvGrpSpPr/>
              <p:nvPr/>
            </p:nvGrpSpPr>
            <p:grpSpPr>
              <a:xfrm>
                <a:off x="7698505" y="8178435"/>
                <a:ext cx="85725" cy="391220"/>
                <a:chOff x="0" y="0"/>
                <a:chExt cx="114300" cy="521627"/>
              </a:xfrm>
              <a:solidFill>
                <a:srgbClr val="516C4B"/>
              </a:solidFill>
            </p:grpSpPr>
            <p:sp>
              <p:nvSpPr>
                <p:cNvPr id="251" name="Freeform 28">
                  <a:extLst>
                    <a:ext uri="{FF2B5EF4-FFF2-40B4-BE49-F238E27FC236}">
                      <a16:creationId xmlns:a16="http://schemas.microsoft.com/office/drawing/2014/main" id="{629A3636-3C5F-C97A-48C9-06FAED7997C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5215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21589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64439"/>
                      </a:lnTo>
                      <a:cubicBezTo>
                        <a:pt x="114300" y="496062"/>
                        <a:pt x="88773" y="521589"/>
                        <a:pt x="57150" y="521589"/>
                      </a:cubicBezTo>
                      <a:cubicBezTo>
                        <a:pt x="25527" y="521589"/>
                        <a:pt x="0" y="496062"/>
                        <a:pt x="0" y="464439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219" name="Group 29">
                <a:extLst>
                  <a:ext uri="{FF2B5EF4-FFF2-40B4-BE49-F238E27FC236}">
                    <a16:creationId xmlns:a16="http://schemas.microsoft.com/office/drawing/2014/main" id="{27172E95-B545-7E9A-EBCA-46D94E4A6B98}"/>
                  </a:ext>
                </a:extLst>
              </p:cNvPr>
              <p:cNvGrpSpPr/>
              <p:nvPr/>
            </p:nvGrpSpPr>
            <p:grpSpPr>
              <a:xfrm>
                <a:off x="7884243" y="8220297"/>
                <a:ext cx="85725" cy="307496"/>
                <a:chOff x="0" y="0"/>
                <a:chExt cx="114300" cy="409994"/>
              </a:xfrm>
              <a:solidFill>
                <a:srgbClr val="516C4B"/>
              </a:solidFill>
            </p:grpSpPr>
            <p:sp>
              <p:nvSpPr>
                <p:cNvPr id="250" name="Freeform 30">
                  <a:extLst>
                    <a:ext uri="{FF2B5EF4-FFF2-40B4-BE49-F238E27FC236}">
                      <a16:creationId xmlns:a16="http://schemas.microsoft.com/office/drawing/2014/main" id="{83A34467-5693-D7A3-52AE-520C94880BD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409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409956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352806"/>
                      </a:lnTo>
                      <a:cubicBezTo>
                        <a:pt x="114300" y="384429"/>
                        <a:pt x="88773" y="409956"/>
                        <a:pt x="57150" y="409956"/>
                      </a:cubicBezTo>
                      <a:cubicBezTo>
                        <a:pt x="25527" y="409956"/>
                        <a:pt x="0" y="384429"/>
                        <a:pt x="0" y="352806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220" name="Group 31">
                <a:extLst>
                  <a:ext uri="{FF2B5EF4-FFF2-40B4-BE49-F238E27FC236}">
                    <a16:creationId xmlns:a16="http://schemas.microsoft.com/office/drawing/2014/main" id="{8E167B3B-FEE7-0558-A55D-20626B3561D8}"/>
                  </a:ext>
                </a:extLst>
              </p:cNvPr>
              <p:cNvGrpSpPr/>
              <p:nvPr/>
            </p:nvGrpSpPr>
            <p:grpSpPr>
              <a:xfrm>
                <a:off x="8069980" y="8294859"/>
                <a:ext cx="85725" cy="158363"/>
                <a:chOff x="0" y="0"/>
                <a:chExt cx="114300" cy="211150"/>
              </a:xfrm>
              <a:solidFill>
                <a:srgbClr val="516C4B"/>
              </a:solidFill>
            </p:grpSpPr>
            <p:sp>
              <p:nvSpPr>
                <p:cNvPr id="249" name="Freeform 32">
                  <a:extLst>
                    <a:ext uri="{FF2B5EF4-FFF2-40B4-BE49-F238E27FC236}">
                      <a16:creationId xmlns:a16="http://schemas.microsoft.com/office/drawing/2014/main" id="{134AF1EB-E721-DA7F-CCF2-2F8AA78E243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211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211201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154051"/>
                      </a:lnTo>
                      <a:cubicBezTo>
                        <a:pt x="114300" y="185674"/>
                        <a:pt x="88773" y="211201"/>
                        <a:pt x="57150" y="211201"/>
                      </a:cubicBezTo>
                      <a:cubicBezTo>
                        <a:pt x="25527" y="211201"/>
                        <a:pt x="0" y="185547"/>
                        <a:pt x="0" y="154051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221" name="Group 33">
                <a:extLst>
                  <a:ext uri="{FF2B5EF4-FFF2-40B4-BE49-F238E27FC236}">
                    <a16:creationId xmlns:a16="http://schemas.microsoft.com/office/drawing/2014/main" id="{DEFCFE03-7DF2-FB59-BA30-D7250A4A6D56}"/>
                  </a:ext>
                </a:extLst>
              </p:cNvPr>
              <p:cNvGrpSpPr/>
              <p:nvPr/>
            </p:nvGrpSpPr>
            <p:grpSpPr>
              <a:xfrm>
                <a:off x="8255718" y="8282219"/>
                <a:ext cx="85725" cy="183652"/>
                <a:chOff x="0" y="0"/>
                <a:chExt cx="114300" cy="244869"/>
              </a:xfrm>
              <a:solidFill>
                <a:srgbClr val="516C4B"/>
              </a:solidFill>
            </p:grpSpPr>
            <p:sp>
              <p:nvSpPr>
                <p:cNvPr id="248" name="Freeform 34">
                  <a:extLst>
                    <a:ext uri="{FF2B5EF4-FFF2-40B4-BE49-F238E27FC236}">
                      <a16:creationId xmlns:a16="http://schemas.microsoft.com/office/drawing/2014/main" id="{BF4250C9-5307-F9A3-474E-26A9BEF2A45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2448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244856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187706"/>
                      </a:lnTo>
                      <a:cubicBezTo>
                        <a:pt x="114300" y="219329"/>
                        <a:pt x="88773" y="244856"/>
                        <a:pt x="57150" y="244856"/>
                      </a:cubicBezTo>
                      <a:cubicBezTo>
                        <a:pt x="25527" y="244856"/>
                        <a:pt x="0" y="219329"/>
                        <a:pt x="0" y="187706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222" name="Group 35">
                <a:extLst>
                  <a:ext uri="{FF2B5EF4-FFF2-40B4-BE49-F238E27FC236}">
                    <a16:creationId xmlns:a16="http://schemas.microsoft.com/office/drawing/2014/main" id="{5CC0BEB3-E59F-39D4-C4F8-791FC78E3987}"/>
                  </a:ext>
                </a:extLst>
              </p:cNvPr>
              <p:cNvGrpSpPr/>
              <p:nvPr/>
            </p:nvGrpSpPr>
            <p:grpSpPr>
              <a:xfrm>
                <a:off x="8441455" y="8211382"/>
                <a:ext cx="85725" cy="325326"/>
                <a:chOff x="0" y="0"/>
                <a:chExt cx="114300" cy="433768"/>
              </a:xfrm>
              <a:solidFill>
                <a:srgbClr val="516C4B"/>
              </a:solidFill>
            </p:grpSpPr>
            <p:sp>
              <p:nvSpPr>
                <p:cNvPr id="247" name="Freeform 36">
                  <a:extLst>
                    <a:ext uri="{FF2B5EF4-FFF2-40B4-BE49-F238E27FC236}">
                      <a16:creationId xmlns:a16="http://schemas.microsoft.com/office/drawing/2014/main" id="{1FF56AB2-6769-B317-82B4-26D7E667154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433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433705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376555"/>
                      </a:lnTo>
                      <a:cubicBezTo>
                        <a:pt x="114300" y="408178"/>
                        <a:pt x="88773" y="433705"/>
                        <a:pt x="57150" y="433705"/>
                      </a:cubicBezTo>
                      <a:cubicBezTo>
                        <a:pt x="25527" y="433705"/>
                        <a:pt x="0" y="408178"/>
                        <a:pt x="0" y="376555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223" name="Group 37">
                <a:extLst>
                  <a:ext uri="{FF2B5EF4-FFF2-40B4-BE49-F238E27FC236}">
                    <a16:creationId xmlns:a16="http://schemas.microsoft.com/office/drawing/2014/main" id="{A4221620-3353-DA66-5A62-61492F0011DA}"/>
                  </a:ext>
                </a:extLst>
              </p:cNvPr>
              <p:cNvGrpSpPr/>
              <p:nvPr/>
            </p:nvGrpSpPr>
            <p:grpSpPr>
              <a:xfrm>
                <a:off x="8627193" y="8175873"/>
                <a:ext cx="85725" cy="396335"/>
                <a:chOff x="0" y="0"/>
                <a:chExt cx="114300" cy="528447"/>
              </a:xfrm>
              <a:solidFill>
                <a:srgbClr val="516C4B"/>
              </a:solidFill>
            </p:grpSpPr>
            <p:sp>
              <p:nvSpPr>
                <p:cNvPr id="246" name="Freeform 38">
                  <a:extLst>
                    <a:ext uri="{FF2B5EF4-FFF2-40B4-BE49-F238E27FC236}">
                      <a16:creationId xmlns:a16="http://schemas.microsoft.com/office/drawing/2014/main" id="{07682293-4642-0575-FDE8-12400E7CDB4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5284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28447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71297"/>
                      </a:lnTo>
                      <a:cubicBezTo>
                        <a:pt x="114300" y="502920"/>
                        <a:pt x="88773" y="528447"/>
                        <a:pt x="57150" y="528447"/>
                      </a:cubicBezTo>
                      <a:cubicBezTo>
                        <a:pt x="25527" y="528447"/>
                        <a:pt x="0" y="502793"/>
                        <a:pt x="0" y="471297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224" name="Group 39">
                <a:extLst>
                  <a:ext uri="{FF2B5EF4-FFF2-40B4-BE49-F238E27FC236}">
                    <a16:creationId xmlns:a16="http://schemas.microsoft.com/office/drawing/2014/main" id="{FCA2F6DC-9F48-ACA9-BD47-D20B9F05181F}"/>
                  </a:ext>
                </a:extLst>
              </p:cNvPr>
              <p:cNvGrpSpPr/>
              <p:nvPr/>
            </p:nvGrpSpPr>
            <p:grpSpPr>
              <a:xfrm>
                <a:off x="8812930" y="8186179"/>
                <a:ext cx="85725" cy="375723"/>
                <a:chOff x="0" y="0"/>
                <a:chExt cx="114300" cy="500964"/>
              </a:xfrm>
              <a:solidFill>
                <a:srgbClr val="516C4B"/>
              </a:solidFill>
            </p:grpSpPr>
            <p:sp>
              <p:nvSpPr>
                <p:cNvPr id="245" name="Freeform 40">
                  <a:extLst>
                    <a:ext uri="{FF2B5EF4-FFF2-40B4-BE49-F238E27FC236}">
                      <a16:creationId xmlns:a16="http://schemas.microsoft.com/office/drawing/2014/main" id="{3FC25002-92E6-2B53-F2BF-A486BE91E81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501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01015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43865"/>
                      </a:lnTo>
                      <a:cubicBezTo>
                        <a:pt x="114300" y="475488"/>
                        <a:pt x="88773" y="501015"/>
                        <a:pt x="57150" y="501015"/>
                      </a:cubicBezTo>
                      <a:cubicBezTo>
                        <a:pt x="25527" y="501015"/>
                        <a:pt x="0" y="475361"/>
                        <a:pt x="0" y="443865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225" name="Group 41">
                <a:extLst>
                  <a:ext uri="{FF2B5EF4-FFF2-40B4-BE49-F238E27FC236}">
                    <a16:creationId xmlns:a16="http://schemas.microsoft.com/office/drawing/2014/main" id="{44A8B038-11C7-E396-BC81-91AA4BEDCF00}"/>
                  </a:ext>
                </a:extLst>
              </p:cNvPr>
              <p:cNvGrpSpPr/>
              <p:nvPr/>
            </p:nvGrpSpPr>
            <p:grpSpPr>
              <a:xfrm>
                <a:off x="8998668" y="8239252"/>
                <a:ext cx="85725" cy="269576"/>
                <a:chOff x="0" y="0"/>
                <a:chExt cx="114300" cy="359435"/>
              </a:xfrm>
              <a:solidFill>
                <a:srgbClr val="516C4B"/>
              </a:solidFill>
            </p:grpSpPr>
            <p:sp>
              <p:nvSpPr>
                <p:cNvPr id="244" name="Freeform 42">
                  <a:extLst>
                    <a:ext uri="{FF2B5EF4-FFF2-40B4-BE49-F238E27FC236}">
                      <a16:creationId xmlns:a16="http://schemas.microsoft.com/office/drawing/2014/main" id="{0E2BF352-03A9-18F6-1B4C-1D5C4EA3977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359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359410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302260"/>
                      </a:lnTo>
                      <a:cubicBezTo>
                        <a:pt x="114300" y="333883"/>
                        <a:pt x="88773" y="359410"/>
                        <a:pt x="57150" y="359410"/>
                      </a:cubicBezTo>
                      <a:cubicBezTo>
                        <a:pt x="25527" y="359410"/>
                        <a:pt x="0" y="333883"/>
                        <a:pt x="0" y="302260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226" name="Group 43">
                <a:extLst>
                  <a:ext uri="{FF2B5EF4-FFF2-40B4-BE49-F238E27FC236}">
                    <a16:creationId xmlns:a16="http://schemas.microsoft.com/office/drawing/2014/main" id="{30933AD1-971A-3840-7801-9B2A636083EA}"/>
                  </a:ext>
                </a:extLst>
              </p:cNvPr>
              <p:cNvGrpSpPr/>
              <p:nvPr/>
            </p:nvGrpSpPr>
            <p:grpSpPr>
              <a:xfrm>
                <a:off x="9184405" y="8319433"/>
                <a:ext cx="85725" cy="109205"/>
                <a:chOff x="0" y="0"/>
                <a:chExt cx="114300" cy="145606"/>
              </a:xfrm>
              <a:solidFill>
                <a:srgbClr val="516C4B"/>
              </a:solidFill>
            </p:grpSpPr>
            <p:sp>
              <p:nvSpPr>
                <p:cNvPr id="243" name="Freeform 44">
                  <a:extLst>
                    <a:ext uri="{FF2B5EF4-FFF2-40B4-BE49-F238E27FC236}">
                      <a16:creationId xmlns:a16="http://schemas.microsoft.com/office/drawing/2014/main" id="{9717F9D8-1B0A-148F-DED5-1BF12B6C3AE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145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45669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88519"/>
                      </a:lnTo>
                      <a:cubicBezTo>
                        <a:pt x="114300" y="120142"/>
                        <a:pt x="88773" y="145669"/>
                        <a:pt x="57150" y="145669"/>
                      </a:cubicBezTo>
                      <a:cubicBezTo>
                        <a:pt x="25527" y="145669"/>
                        <a:pt x="0" y="120015"/>
                        <a:pt x="0" y="88519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227" name="Group 45">
                <a:extLst>
                  <a:ext uri="{FF2B5EF4-FFF2-40B4-BE49-F238E27FC236}">
                    <a16:creationId xmlns:a16="http://schemas.microsoft.com/office/drawing/2014/main" id="{A1ACDFFB-E553-8A00-FD0E-62656FB78927}"/>
                  </a:ext>
                </a:extLst>
              </p:cNvPr>
              <p:cNvGrpSpPr/>
              <p:nvPr/>
            </p:nvGrpSpPr>
            <p:grpSpPr>
              <a:xfrm>
                <a:off x="9370143" y="8259274"/>
                <a:ext cx="85725" cy="229543"/>
                <a:chOff x="0" y="0"/>
                <a:chExt cx="114300" cy="306057"/>
              </a:xfrm>
              <a:solidFill>
                <a:srgbClr val="516C4B"/>
              </a:solidFill>
            </p:grpSpPr>
            <p:sp>
              <p:nvSpPr>
                <p:cNvPr id="242" name="Freeform 46">
                  <a:extLst>
                    <a:ext uri="{FF2B5EF4-FFF2-40B4-BE49-F238E27FC236}">
                      <a16:creationId xmlns:a16="http://schemas.microsoft.com/office/drawing/2014/main" id="{0F3D466B-13F9-CEC7-4C1A-3AFFFACE8C5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306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306070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248920"/>
                      </a:lnTo>
                      <a:cubicBezTo>
                        <a:pt x="114300" y="280543"/>
                        <a:pt x="88773" y="306070"/>
                        <a:pt x="57150" y="306070"/>
                      </a:cubicBezTo>
                      <a:cubicBezTo>
                        <a:pt x="25527" y="306070"/>
                        <a:pt x="0" y="280416"/>
                        <a:pt x="0" y="248920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228" name="Group 47">
                <a:extLst>
                  <a:ext uri="{FF2B5EF4-FFF2-40B4-BE49-F238E27FC236}">
                    <a16:creationId xmlns:a16="http://schemas.microsoft.com/office/drawing/2014/main" id="{E1B44A7E-21CD-EB90-060B-A84D4199C173}"/>
                  </a:ext>
                </a:extLst>
              </p:cNvPr>
              <p:cNvGrpSpPr/>
              <p:nvPr/>
            </p:nvGrpSpPr>
            <p:grpSpPr>
              <a:xfrm>
                <a:off x="9555880" y="8196828"/>
                <a:ext cx="85725" cy="354416"/>
                <a:chOff x="0" y="0"/>
                <a:chExt cx="114300" cy="472554"/>
              </a:xfrm>
              <a:solidFill>
                <a:srgbClr val="516C4B"/>
              </a:solidFill>
            </p:grpSpPr>
            <p:sp>
              <p:nvSpPr>
                <p:cNvPr id="241" name="Freeform 48">
                  <a:extLst>
                    <a:ext uri="{FF2B5EF4-FFF2-40B4-BE49-F238E27FC236}">
                      <a16:creationId xmlns:a16="http://schemas.microsoft.com/office/drawing/2014/main" id="{45805075-D0B0-A86D-C55F-2C4A6CFDA12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472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472567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15417"/>
                      </a:lnTo>
                      <a:cubicBezTo>
                        <a:pt x="114300" y="447040"/>
                        <a:pt x="88773" y="472567"/>
                        <a:pt x="57150" y="472567"/>
                      </a:cubicBezTo>
                      <a:cubicBezTo>
                        <a:pt x="25527" y="472567"/>
                        <a:pt x="0" y="446913"/>
                        <a:pt x="0" y="415417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229" name="Group 49">
                <a:extLst>
                  <a:ext uri="{FF2B5EF4-FFF2-40B4-BE49-F238E27FC236}">
                    <a16:creationId xmlns:a16="http://schemas.microsoft.com/office/drawing/2014/main" id="{E8A8BB77-F676-74CE-268A-6B964C086A7D}"/>
                  </a:ext>
                </a:extLst>
              </p:cNvPr>
              <p:cNvGrpSpPr/>
              <p:nvPr/>
            </p:nvGrpSpPr>
            <p:grpSpPr>
              <a:xfrm>
                <a:off x="9741618" y="8174015"/>
                <a:ext cx="85725" cy="400050"/>
                <a:chOff x="0" y="0"/>
                <a:chExt cx="114300" cy="533400"/>
              </a:xfrm>
              <a:solidFill>
                <a:srgbClr val="516C4B"/>
              </a:solidFill>
            </p:grpSpPr>
            <p:sp>
              <p:nvSpPr>
                <p:cNvPr id="240" name="Freeform 50">
                  <a:extLst>
                    <a:ext uri="{FF2B5EF4-FFF2-40B4-BE49-F238E27FC236}">
                      <a16:creationId xmlns:a16="http://schemas.microsoft.com/office/drawing/2014/main" id="{B7DF2C22-A2D2-D8BB-F3D5-9E28B7D36D4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33400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76250"/>
                      </a:lnTo>
                      <a:cubicBezTo>
                        <a:pt x="114300" y="507746"/>
                        <a:pt x="88773" y="533400"/>
                        <a:pt x="57150" y="533400"/>
                      </a:cubicBezTo>
                      <a:cubicBezTo>
                        <a:pt x="25527" y="533400"/>
                        <a:pt x="0" y="507746"/>
                        <a:pt x="0" y="476250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230" name="Group 51">
                <a:extLst>
                  <a:ext uri="{FF2B5EF4-FFF2-40B4-BE49-F238E27FC236}">
                    <a16:creationId xmlns:a16="http://schemas.microsoft.com/office/drawing/2014/main" id="{85F2D822-B8B1-5E40-3731-43F4E56A1A8D}"/>
                  </a:ext>
                </a:extLst>
              </p:cNvPr>
              <p:cNvGrpSpPr/>
              <p:nvPr/>
            </p:nvGrpSpPr>
            <p:grpSpPr>
              <a:xfrm>
                <a:off x="9927355" y="8197561"/>
                <a:ext cx="85725" cy="352968"/>
                <a:chOff x="0" y="0"/>
                <a:chExt cx="114300" cy="470624"/>
              </a:xfrm>
              <a:solidFill>
                <a:srgbClr val="516C4B"/>
              </a:solidFill>
            </p:grpSpPr>
            <p:sp>
              <p:nvSpPr>
                <p:cNvPr id="239" name="Freeform 52">
                  <a:extLst>
                    <a:ext uri="{FF2B5EF4-FFF2-40B4-BE49-F238E27FC236}">
                      <a16:creationId xmlns:a16="http://schemas.microsoft.com/office/drawing/2014/main" id="{7903FC08-3CC1-604C-EC95-D3792D92203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4706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470662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13512"/>
                      </a:lnTo>
                      <a:cubicBezTo>
                        <a:pt x="114300" y="445135"/>
                        <a:pt x="88773" y="470662"/>
                        <a:pt x="57150" y="470662"/>
                      </a:cubicBezTo>
                      <a:cubicBezTo>
                        <a:pt x="25527" y="470662"/>
                        <a:pt x="0" y="445008"/>
                        <a:pt x="0" y="413512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231" name="Group 53">
                <a:extLst>
                  <a:ext uri="{FF2B5EF4-FFF2-40B4-BE49-F238E27FC236}">
                    <a16:creationId xmlns:a16="http://schemas.microsoft.com/office/drawing/2014/main" id="{03C7A327-A4D2-D764-08A5-33BF542BD768}"/>
                  </a:ext>
                </a:extLst>
              </p:cNvPr>
              <p:cNvGrpSpPr/>
              <p:nvPr/>
            </p:nvGrpSpPr>
            <p:grpSpPr>
              <a:xfrm>
                <a:off x="10113093" y="8260512"/>
                <a:ext cx="85725" cy="227057"/>
                <a:chOff x="0" y="0"/>
                <a:chExt cx="114300" cy="302743"/>
              </a:xfrm>
              <a:solidFill>
                <a:srgbClr val="516C4B"/>
              </a:solidFill>
            </p:grpSpPr>
            <p:sp>
              <p:nvSpPr>
                <p:cNvPr id="238" name="Freeform 54">
                  <a:extLst>
                    <a:ext uri="{FF2B5EF4-FFF2-40B4-BE49-F238E27FC236}">
                      <a16:creationId xmlns:a16="http://schemas.microsoft.com/office/drawing/2014/main" id="{63CCE469-D646-D5A2-AA5E-87D105C10D6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30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302768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245618"/>
                      </a:lnTo>
                      <a:cubicBezTo>
                        <a:pt x="114300" y="277241"/>
                        <a:pt x="88773" y="302768"/>
                        <a:pt x="57150" y="302768"/>
                      </a:cubicBezTo>
                      <a:cubicBezTo>
                        <a:pt x="25527" y="302768"/>
                        <a:pt x="0" y="277114"/>
                        <a:pt x="0" y="245618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232" name="Group 55">
                <a:extLst>
                  <a:ext uri="{FF2B5EF4-FFF2-40B4-BE49-F238E27FC236}">
                    <a16:creationId xmlns:a16="http://schemas.microsoft.com/office/drawing/2014/main" id="{C3C53281-C059-2DF4-B0AC-15726206A4A7}"/>
                  </a:ext>
                </a:extLst>
              </p:cNvPr>
              <p:cNvGrpSpPr/>
              <p:nvPr/>
            </p:nvGrpSpPr>
            <p:grpSpPr>
              <a:xfrm>
                <a:off x="10298830" y="8318052"/>
                <a:ext cx="85725" cy="111986"/>
                <a:chOff x="0" y="0"/>
                <a:chExt cx="114300" cy="149314"/>
              </a:xfrm>
              <a:solidFill>
                <a:srgbClr val="516C4B"/>
              </a:solidFill>
            </p:grpSpPr>
            <p:sp>
              <p:nvSpPr>
                <p:cNvPr id="237" name="Freeform 56">
                  <a:extLst>
                    <a:ext uri="{FF2B5EF4-FFF2-40B4-BE49-F238E27FC236}">
                      <a16:creationId xmlns:a16="http://schemas.microsoft.com/office/drawing/2014/main" id="{6EF30C8E-DEF7-6BAF-73D6-DFB54B0B55D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149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49352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92202"/>
                      </a:lnTo>
                      <a:cubicBezTo>
                        <a:pt x="114300" y="123825"/>
                        <a:pt x="88773" y="149352"/>
                        <a:pt x="57150" y="149352"/>
                      </a:cubicBezTo>
                      <a:cubicBezTo>
                        <a:pt x="25527" y="149352"/>
                        <a:pt x="0" y="123698"/>
                        <a:pt x="0" y="92202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</p:grpSp>
      </p:grpSp>
      <p:pic>
        <p:nvPicPr>
          <p:cNvPr id="266" name="Рисунок 265">
            <a:extLst>
              <a:ext uri="{FF2B5EF4-FFF2-40B4-BE49-F238E27FC236}">
                <a16:creationId xmlns:a16="http://schemas.microsoft.com/office/drawing/2014/main" id="{8B162B8F-E2FB-C924-D58C-4D8CBEFB3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3678" y="992051"/>
            <a:ext cx="2209800" cy="2209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265" y="683895"/>
            <a:ext cx="56007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27242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05965" y="712470"/>
            <a:ext cx="10389870" cy="17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>
                <a:solidFill>
                  <a:srgbClr val="27242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ПРЕДЛАГАЕМОЕ РЕШЕНИЕ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78889" y="1402256"/>
            <a:ext cx="10961370" cy="146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81"/>
              </a:lnSpc>
            </a:pPr>
            <a:r>
              <a:rPr lang="en-US" sz="4817" b="1" spc="-173" dirty="0" err="1">
                <a:solidFill>
                  <a:srgbClr val="272424"/>
                </a:solidFill>
                <a:latin typeface="Arial Black" panose="020B0A04020102020204" pitchFamily="34" charset="0"/>
                <a:ea typeface="Helvetica World Bold"/>
                <a:cs typeface="Helvetica World Bold"/>
                <a:sym typeface="Helvetica World Bold"/>
              </a:rPr>
              <a:t>Одна</a:t>
            </a:r>
            <a:r>
              <a:rPr lang="en-US" sz="4817" b="1" spc="-173" dirty="0">
                <a:solidFill>
                  <a:srgbClr val="272424"/>
                </a:solidFill>
                <a:latin typeface="Arial Black" panose="020B0A04020102020204" pitchFamily="34" charset="0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4817" b="1" spc="-173" dirty="0" err="1">
                <a:solidFill>
                  <a:srgbClr val="272424"/>
                </a:solidFill>
                <a:latin typeface="Arial Black" panose="020B0A04020102020204" pitchFamily="34" charset="0"/>
                <a:ea typeface="Helvetica World Bold"/>
                <a:cs typeface="Helvetica World Bold"/>
                <a:sym typeface="Helvetica World Bold"/>
              </a:rPr>
              <a:t>лекция</a:t>
            </a:r>
            <a:r>
              <a:rPr lang="en-US" sz="4817" b="1" spc="-173" dirty="0">
                <a:solidFill>
                  <a:srgbClr val="272424"/>
                </a:solidFill>
                <a:latin typeface="Arial Black" panose="020B0A04020102020204" pitchFamily="34" charset="0"/>
                <a:ea typeface="Helvetica World Bold"/>
                <a:cs typeface="Helvetica World Bold"/>
                <a:sym typeface="Helvetica World Bold"/>
              </a:rPr>
              <a:t>.</a:t>
            </a:r>
          </a:p>
          <a:p>
            <a:pPr algn="l">
              <a:lnSpc>
                <a:spcPts val="5781"/>
              </a:lnSpc>
            </a:pPr>
            <a:r>
              <a:rPr lang="en-US" sz="4817" b="1" spc="-173" dirty="0" err="1">
                <a:solidFill>
                  <a:srgbClr val="272424"/>
                </a:solidFill>
                <a:latin typeface="Arial Black" panose="020B0A04020102020204" pitchFamily="34" charset="0"/>
                <a:ea typeface="Helvetica World Bold"/>
                <a:cs typeface="Helvetica World Bold"/>
                <a:sym typeface="Helvetica World Bold"/>
              </a:rPr>
              <a:t>Четыре</a:t>
            </a:r>
            <a:r>
              <a:rPr lang="en-US" sz="4817" b="1" spc="-173" dirty="0">
                <a:solidFill>
                  <a:srgbClr val="272424"/>
                </a:solidFill>
                <a:latin typeface="Arial Black" panose="020B0A04020102020204" pitchFamily="34" charset="0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4817" b="1" i="1" spc="-173" dirty="0" err="1">
                <a:solidFill>
                  <a:srgbClr val="272424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способа</a:t>
            </a:r>
            <a:r>
              <a:rPr lang="en-US" sz="4817" b="1" i="1" spc="-173" dirty="0">
                <a:solidFill>
                  <a:srgbClr val="272424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 </a:t>
            </a:r>
            <a:r>
              <a:rPr lang="en-US" sz="4817" b="1" i="1" spc="-173" dirty="0" err="1">
                <a:solidFill>
                  <a:srgbClr val="272424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понять</a:t>
            </a:r>
            <a:r>
              <a:rPr lang="en-US" sz="4817" b="1" i="1" spc="-173" dirty="0">
                <a:solidFill>
                  <a:srgbClr val="272424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70279" y="5061122"/>
            <a:ext cx="6389370" cy="747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i="1" dirty="0" err="1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Смысл</a:t>
            </a:r>
            <a:r>
              <a:rPr lang="en-US" sz="2475" i="1" dirty="0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 </a:t>
            </a:r>
            <a:r>
              <a:rPr lang="en-US" sz="2475" i="1" dirty="0" err="1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становится</a:t>
            </a:r>
            <a:r>
              <a:rPr lang="en-US" sz="2475" i="1" dirty="0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 </a:t>
            </a:r>
            <a:r>
              <a:rPr lang="en-US" sz="2475" i="1" dirty="0" err="1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маршрутом</a:t>
            </a:r>
            <a:r>
              <a:rPr lang="en-US" sz="2475" i="1" dirty="0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, а не </a:t>
            </a:r>
            <a:r>
              <a:rPr lang="en-US" sz="2475" i="1" dirty="0" err="1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поиском</a:t>
            </a:r>
            <a:r>
              <a:rPr lang="en-US" sz="2475" i="1" dirty="0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 по </a:t>
            </a:r>
            <a:r>
              <a:rPr lang="en-US" sz="2475" i="1" dirty="0" err="1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полосе</a:t>
            </a:r>
            <a:r>
              <a:rPr lang="en-US" sz="2475" i="1" dirty="0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 </a:t>
            </a:r>
            <a:r>
              <a:rPr lang="en-US" sz="2475" i="1" dirty="0" err="1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прогресса</a:t>
            </a:r>
            <a:r>
              <a:rPr lang="en-US" sz="2475" i="1" dirty="0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.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730709" y="9378775"/>
            <a:ext cx="493938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i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Таймкоды</a:t>
            </a:r>
            <a:r>
              <a:rPr lang="en-US" sz="1687" i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 </a:t>
            </a:r>
            <a:r>
              <a:rPr lang="en-US" sz="1687" i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связывают</a:t>
            </a:r>
            <a:r>
              <a:rPr lang="en-US" sz="1687" i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 </a:t>
            </a:r>
            <a:r>
              <a:rPr lang="en-US" sz="1687" i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ответ</a:t>
            </a:r>
            <a:r>
              <a:rPr lang="en-US" sz="1687" i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 с </a:t>
            </a:r>
            <a:r>
              <a:rPr lang="en-US" sz="1687" i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моментом</a:t>
            </a:r>
            <a:r>
              <a:rPr lang="en-US" sz="1687" i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 в </a:t>
            </a:r>
            <a:r>
              <a:rPr lang="en-US" sz="1687" i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лекции</a:t>
            </a:r>
            <a:r>
              <a:rPr lang="en-US" sz="1687" i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.</a:t>
            </a:r>
          </a:p>
        </p:txBody>
      </p:sp>
      <p:grpSp>
        <p:nvGrpSpPr>
          <p:cNvPr id="299" name="Группа 298">
            <a:extLst>
              <a:ext uri="{FF2B5EF4-FFF2-40B4-BE49-F238E27FC236}">
                <a16:creationId xmlns:a16="http://schemas.microsoft.com/office/drawing/2014/main" id="{4F84E991-1586-9CAF-296E-F82D03D9955E}"/>
              </a:ext>
            </a:extLst>
          </p:cNvPr>
          <p:cNvGrpSpPr/>
          <p:nvPr/>
        </p:nvGrpSpPr>
        <p:grpSpPr>
          <a:xfrm>
            <a:off x="10270211" y="1346372"/>
            <a:ext cx="7115175" cy="7429500"/>
            <a:chOff x="10270211" y="1346372"/>
            <a:chExt cx="7115175" cy="7429500"/>
          </a:xfrm>
        </p:grpSpPr>
        <p:grpSp>
          <p:nvGrpSpPr>
            <p:cNvPr id="6" name="Group 6"/>
            <p:cNvGrpSpPr/>
            <p:nvPr/>
          </p:nvGrpSpPr>
          <p:grpSpPr>
            <a:xfrm>
              <a:off x="10270211" y="1346372"/>
              <a:ext cx="7115175" cy="7429500"/>
              <a:chOff x="0" y="0"/>
              <a:chExt cx="9486900" cy="9906000"/>
            </a:xfrm>
            <a:solidFill>
              <a:srgbClr val="516C4B"/>
            </a:solidFill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486900" cy="9906000"/>
              </a:xfrm>
              <a:custGeom>
                <a:avLst/>
                <a:gdLst/>
                <a:ahLst/>
                <a:cxnLst/>
                <a:rect l="l" t="t" r="r" b="b"/>
                <a:pathLst>
                  <a:path w="9486900" h="9906000">
                    <a:moveTo>
                      <a:pt x="0" y="152400"/>
                    </a:moveTo>
                    <a:cubicBezTo>
                      <a:pt x="0" y="68199"/>
                      <a:pt x="68199" y="0"/>
                      <a:pt x="152400" y="0"/>
                    </a:cubicBezTo>
                    <a:lnTo>
                      <a:pt x="9334500" y="0"/>
                    </a:lnTo>
                    <a:cubicBezTo>
                      <a:pt x="9418701" y="0"/>
                      <a:pt x="9486900" y="68199"/>
                      <a:pt x="9486900" y="152400"/>
                    </a:cubicBezTo>
                    <a:lnTo>
                      <a:pt x="9486900" y="9753600"/>
                    </a:lnTo>
                    <a:cubicBezTo>
                      <a:pt x="9486900" y="9837801"/>
                      <a:pt x="9418701" y="9906000"/>
                      <a:pt x="9334500" y="9906000"/>
                    </a:cubicBezTo>
                    <a:lnTo>
                      <a:pt x="152400" y="9906000"/>
                    </a:lnTo>
                    <a:cubicBezTo>
                      <a:pt x="68199" y="9906000"/>
                      <a:pt x="0" y="9837801"/>
                      <a:pt x="0" y="97536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2927970" y="6018937"/>
              <a:ext cx="2021830" cy="410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en-US" sz="1350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ea typeface="Helvetica World"/>
                  <a:cs typeface="Times New Roman" panose="02020603050405020304" pitchFamily="18" charset="0"/>
                  <a:sym typeface="Helvetica World"/>
                </a:rPr>
                <a:t>01 / НАЙТИ ПО</a:t>
              </a:r>
              <a:endParaRPr lang="ru-RU" sz="135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endParaRPr>
            </a:p>
            <a:p>
              <a:pPr algn="ctr">
                <a:lnSpc>
                  <a:spcPts val="1620"/>
                </a:lnSpc>
              </a:pPr>
              <a:r>
                <a:rPr lang="en-US" sz="1350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ea typeface="Helvetica World"/>
                  <a:cs typeface="Times New Roman" panose="02020603050405020304" pitchFamily="18" charset="0"/>
                  <a:sym typeface="Helvetica World"/>
                </a:rPr>
                <a:t> СМЫСЛУ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15699" y="6521549"/>
              <a:ext cx="5246370" cy="106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85"/>
                </a:lnSpc>
              </a:pPr>
              <a:r>
                <a:rPr lang="en-US" sz="3487" spc="-125" dirty="0">
                  <a:solidFill>
                    <a:srgbClr val="272424"/>
                  </a:solidFill>
                  <a:latin typeface="Arial Black" panose="020B0A04020102020204" pitchFamily="34" charset="0"/>
                  <a:ea typeface="Helvetica World"/>
                  <a:cs typeface="Helvetica World"/>
                  <a:sym typeface="Helvetica World"/>
                </a:rPr>
                <a:t>Идея </a:t>
              </a:r>
              <a:r>
                <a:rPr lang="en-US" sz="3487" b="1" i="1" spc="-125" dirty="0">
                  <a:solidFill>
                    <a:srgbClr val="272424"/>
                  </a:solidFill>
                  <a:latin typeface="Times New Roman" panose="02020603050405020304" pitchFamily="18" charset="0"/>
                  <a:ea typeface="Helvetica World"/>
                  <a:cs typeface="Times New Roman" panose="02020603050405020304" pitchFamily="18" charset="0"/>
                  <a:sym typeface="Helvetica World"/>
                </a:rPr>
                <a:t>важнее</a:t>
              </a:r>
            </a:p>
            <a:p>
              <a:pPr algn="ctr">
                <a:lnSpc>
                  <a:spcPts val="4185"/>
                </a:lnSpc>
              </a:pPr>
              <a:r>
                <a:rPr lang="en-US" sz="3487" spc="-125" dirty="0">
                  <a:solidFill>
                    <a:srgbClr val="272424"/>
                  </a:solidFill>
                  <a:latin typeface="Arial Black" panose="020B0A04020102020204" pitchFamily="34" charset="0"/>
                  <a:ea typeface="Helvetica World"/>
                  <a:cs typeface="Helvetica World"/>
                  <a:sym typeface="Helvetica World"/>
                </a:rPr>
                <a:t>отдельного </a:t>
              </a:r>
              <a:r>
                <a:rPr lang="en-US" sz="3487" spc="-125" dirty="0">
                  <a:solidFill>
                    <a:srgbClr val="272424"/>
                  </a:solidFill>
                  <a:latin typeface="Arial Black" panose="020B0A04020102020204" pitchFamily="34" charset="0"/>
                  <a:ea typeface="Helvetica World"/>
                  <a:cs typeface="Times New Roman" panose="02020603050405020304" pitchFamily="18" charset="0"/>
                  <a:sym typeface="Helvetica World"/>
                </a:rPr>
                <a:t>слова.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395835" y="8044356"/>
              <a:ext cx="3103245" cy="2170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55"/>
                </a:lnSpc>
              </a:pPr>
              <a:r>
                <a:rPr lang="en-US" sz="1462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ea typeface="Helvetica World"/>
                  <a:cs typeface="Times New Roman" panose="02020603050405020304" pitchFamily="18" charset="0"/>
                  <a:sym typeface="Helvetica World"/>
                </a:rPr>
                <a:t>пересказ  главы  субтитры</a:t>
              </a:r>
            </a:p>
          </p:txBody>
        </p:sp>
        <p:sp>
          <p:nvSpPr>
            <p:cNvPr id="94" name="Прямоугольник: скругленные углы 93">
              <a:extLst>
                <a:ext uri="{FF2B5EF4-FFF2-40B4-BE49-F238E27FC236}">
                  <a16:creationId xmlns:a16="http://schemas.microsoft.com/office/drawing/2014/main" id="{EB98BC13-0283-22BD-02A4-22D95E762603}"/>
                </a:ext>
              </a:extLst>
            </p:cNvPr>
            <p:cNvSpPr/>
            <p:nvPr/>
          </p:nvSpPr>
          <p:spPr>
            <a:xfrm>
              <a:off x="11143773" y="1713472"/>
              <a:ext cx="5590223" cy="3865245"/>
            </a:xfrm>
            <a:prstGeom prst="roundRect">
              <a:avLst/>
            </a:prstGeom>
            <a:blipFill>
              <a:blip r:embed="rId3"/>
              <a:stretch>
                <a:fillRect l="-8092" r="-8092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7" name="Группа 96">
            <a:extLst>
              <a:ext uri="{FF2B5EF4-FFF2-40B4-BE49-F238E27FC236}">
                <a16:creationId xmlns:a16="http://schemas.microsoft.com/office/drawing/2014/main" id="{ED6607CA-21C7-8852-A8E4-C91184D9B1C9}"/>
              </a:ext>
            </a:extLst>
          </p:cNvPr>
          <p:cNvGrpSpPr/>
          <p:nvPr/>
        </p:nvGrpSpPr>
        <p:grpSpPr>
          <a:xfrm>
            <a:off x="971550" y="8293747"/>
            <a:ext cx="8616949" cy="404483"/>
            <a:chOff x="1197694" y="8174396"/>
            <a:chExt cx="8616949" cy="404483"/>
          </a:xfrm>
        </p:grpSpPr>
        <p:grpSp>
          <p:nvGrpSpPr>
            <p:cNvPr id="98" name="Group 8">
              <a:extLst>
                <a:ext uri="{FF2B5EF4-FFF2-40B4-BE49-F238E27FC236}">
                  <a16:creationId xmlns:a16="http://schemas.microsoft.com/office/drawing/2014/main" id="{7DF1957A-F2D6-8847-9BF0-C62B95A96F42}"/>
                </a:ext>
              </a:extLst>
            </p:cNvPr>
            <p:cNvGrpSpPr/>
            <p:nvPr/>
          </p:nvGrpSpPr>
          <p:grpSpPr>
            <a:xfrm>
              <a:off x="1197694" y="8178829"/>
              <a:ext cx="4729162" cy="400050"/>
              <a:chOff x="0" y="0"/>
              <a:chExt cx="6305550" cy="533400"/>
            </a:xfrm>
            <a:solidFill>
              <a:srgbClr val="516C4B"/>
            </a:solidFill>
          </p:grpSpPr>
          <p:grpSp>
            <p:nvGrpSpPr>
              <p:cNvPr id="142" name="Group 9">
                <a:extLst>
                  <a:ext uri="{FF2B5EF4-FFF2-40B4-BE49-F238E27FC236}">
                    <a16:creationId xmlns:a16="http://schemas.microsoft.com/office/drawing/2014/main" id="{061F9406-592F-5AFB-20DC-3B254F46C818}"/>
                  </a:ext>
                </a:extLst>
              </p:cNvPr>
              <p:cNvGrpSpPr/>
              <p:nvPr/>
            </p:nvGrpSpPr>
            <p:grpSpPr>
              <a:xfrm>
                <a:off x="0" y="209550"/>
                <a:ext cx="114300" cy="114300"/>
                <a:chOff x="0" y="0"/>
                <a:chExt cx="114300" cy="114300"/>
              </a:xfrm>
              <a:grpFill/>
            </p:grpSpPr>
            <p:sp>
              <p:nvSpPr>
                <p:cNvPr id="193" name="Freeform 10">
                  <a:extLst>
                    <a:ext uri="{FF2B5EF4-FFF2-40B4-BE49-F238E27FC236}">
                      <a16:creationId xmlns:a16="http://schemas.microsoft.com/office/drawing/2014/main" id="{4C3AE2DF-763E-2835-35AC-33D65169C8B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cubicBezTo>
                        <a:pt x="114300" y="88773"/>
                        <a:pt x="88773" y="114300"/>
                        <a:pt x="57150" y="114300"/>
                      </a:cubicBezTo>
                      <a:cubicBezTo>
                        <a:pt x="25527" y="114300"/>
                        <a:pt x="0" y="88773"/>
                        <a:pt x="0" y="57150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43" name="Group 11">
                <a:extLst>
                  <a:ext uri="{FF2B5EF4-FFF2-40B4-BE49-F238E27FC236}">
                    <a16:creationId xmlns:a16="http://schemas.microsoft.com/office/drawing/2014/main" id="{56A0E341-8EB0-1F82-3D14-1B5073569CDB}"/>
                  </a:ext>
                </a:extLst>
              </p:cNvPr>
              <p:cNvGrpSpPr/>
              <p:nvPr/>
            </p:nvGrpSpPr>
            <p:grpSpPr>
              <a:xfrm>
                <a:off x="247650" y="100025"/>
                <a:ext cx="114300" cy="333362"/>
                <a:chOff x="0" y="0"/>
                <a:chExt cx="114300" cy="333362"/>
              </a:xfrm>
              <a:grpFill/>
            </p:grpSpPr>
            <p:sp>
              <p:nvSpPr>
                <p:cNvPr id="192" name="Freeform 12">
                  <a:extLst>
                    <a:ext uri="{FF2B5EF4-FFF2-40B4-BE49-F238E27FC236}">
                      <a16:creationId xmlns:a16="http://schemas.microsoft.com/office/drawing/2014/main" id="{04A9D90A-DBF7-2842-C8C9-0090C56A027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33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333375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276225"/>
                      </a:lnTo>
                      <a:cubicBezTo>
                        <a:pt x="114300" y="307848"/>
                        <a:pt x="88773" y="333375"/>
                        <a:pt x="57150" y="333375"/>
                      </a:cubicBezTo>
                      <a:cubicBezTo>
                        <a:pt x="25527" y="333375"/>
                        <a:pt x="0" y="307721"/>
                        <a:pt x="0" y="276225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44" name="Group 13">
                <a:extLst>
                  <a:ext uri="{FF2B5EF4-FFF2-40B4-BE49-F238E27FC236}">
                    <a16:creationId xmlns:a16="http://schemas.microsoft.com/office/drawing/2014/main" id="{BE6B80ED-40B8-CEBA-BABA-D81D5ED02E70}"/>
                  </a:ext>
                </a:extLst>
              </p:cNvPr>
              <p:cNvGrpSpPr/>
              <p:nvPr/>
            </p:nvGrpSpPr>
            <p:grpSpPr>
              <a:xfrm>
                <a:off x="495300" y="22797"/>
                <a:ext cx="114300" cy="487807"/>
                <a:chOff x="0" y="0"/>
                <a:chExt cx="114300" cy="487807"/>
              </a:xfrm>
              <a:grpFill/>
            </p:grpSpPr>
            <p:sp>
              <p:nvSpPr>
                <p:cNvPr id="191" name="Freeform 14">
                  <a:extLst>
                    <a:ext uri="{FF2B5EF4-FFF2-40B4-BE49-F238E27FC236}">
                      <a16:creationId xmlns:a16="http://schemas.microsoft.com/office/drawing/2014/main" id="{D1EBCBE9-F5AA-47AA-0640-6FCE9A6E0B5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487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487807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30657"/>
                      </a:lnTo>
                      <a:cubicBezTo>
                        <a:pt x="114300" y="462280"/>
                        <a:pt x="88773" y="487807"/>
                        <a:pt x="57150" y="487807"/>
                      </a:cubicBezTo>
                      <a:cubicBezTo>
                        <a:pt x="25527" y="487807"/>
                        <a:pt x="0" y="462280"/>
                        <a:pt x="0" y="430657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45" name="Group 15">
                <a:extLst>
                  <a:ext uri="{FF2B5EF4-FFF2-40B4-BE49-F238E27FC236}">
                    <a16:creationId xmlns:a16="http://schemas.microsoft.com/office/drawing/2014/main" id="{CCEC34DA-4524-1014-B204-91849152A146}"/>
                  </a:ext>
                </a:extLst>
              </p:cNvPr>
              <p:cNvGrpSpPr/>
              <p:nvPr/>
            </p:nvGrpSpPr>
            <p:grpSpPr>
              <a:xfrm>
                <a:off x="742950" y="660"/>
                <a:ext cx="114300" cy="532092"/>
                <a:chOff x="0" y="0"/>
                <a:chExt cx="114300" cy="532092"/>
              </a:xfrm>
              <a:grpFill/>
            </p:grpSpPr>
            <p:sp>
              <p:nvSpPr>
                <p:cNvPr id="190" name="Freeform 16">
                  <a:extLst>
                    <a:ext uri="{FF2B5EF4-FFF2-40B4-BE49-F238E27FC236}">
                      <a16:creationId xmlns:a16="http://schemas.microsoft.com/office/drawing/2014/main" id="{0A969760-8BF3-6494-21D0-E9063FFAAB2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532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32130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74980"/>
                      </a:lnTo>
                      <a:cubicBezTo>
                        <a:pt x="114300" y="506603"/>
                        <a:pt x="88773" y="532130"/>
                        <a:pt x="57150" y="532130"/>
                      </a:cubicBezTo>
                      <a:cubicBezTo>
                        <a:pt x="25527" y="532130"/>
                        <a:pt x="0" y="506476"/>
                        <a:pt x="0" y="474980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46" name="Group 17">
                <a:extLst>
                  <a:ext uri="{FF2B5EF4-FFF2-40B4-BE49-F238E27FC236}">
                    <a16:creationId xmlns:a16="http://schemas.microsoft.com/office/drawing/2014/main" id="{4423E3DC-CB7C-D843-D188-1987414B0076}"/>
                  </a:ext>
                </a:extLst>
              </p:cNvPr>
              <p:cNvGrpSpPr/>
              <p:nvPr/>
            </p:nvGrpSpPr>
            <p:grpSpPr>
              <a:xfrm>
                <a:off x="990600" y="40132"/>
                <a:ext cx="114300" cy="453136"/>
                <a:chOff x="0" y="0"/>
                <a:chExt cx="114300" cy="453136"/>
              </a:xfrm>
              <a:grpFill/>
            </p:grpSpPr>
            <p:sp>
              <p:nvSpPr>
                <p:cNvPr id="189" name="Freeform 18">
                  <a:extLst>
                    <a:ext uri="{FF2B5EF4-FFF2-40B4-BE49-F238E27FC236}">
                      <a16:creationId xmlns:a16="http://schemas.microsoft.com/office/drawing/2014/main" id="{0AE23D43-D65A-BAE4-490D-55675F804F5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4531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453136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395986"/>
                      </a:lnTo>
                      <a:cubicBezTo>
                        <a:pt x="114300" y="427609"/>
                        <a:pt x="88773" y="453136"/>
                        <a:pt x="57150" y="453136"/>
                      </a:cubicBezTo>
                      <a:cubicBezTo>
                        <a:pt x="25527" y="453136"/>
                        <a:pt x="0" y="427609"/>
                        <a:pt x="0" y="395986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47" name="Group 19">
                <a:extLst>
                  <a:ext uri="{FF2B5EF4-FFF2-40B4-BE49-F238E27FC236}">
                    <a16:creationId xmlns:a16="http://schemas.microsoft.com/office/drawing/2014/main" id="{AD2A3998-D9CE-9EE4-2D4C-5556CC6A0735}"/>
                  </a:ext>
                </a:extLst>
              </p:cNvPr>
              <p:cNvGrpSpPr/>
              <p:nvPr/>
            </p:nvGrpSpPr>
            <p:grpSpPr>
              <a:xfrm>
                <a:off x="1238250" y="129578"/>
                <a:ext cx="114300" cy="274256"/>
                <a:chOff x="0" y="0"/>
                <a:chExt cx="114300" cy="274256"/>
              </a:xfrm>
              <a:grpFill/>
            </p:grpSpPr>
            <p:sp>
              <p:nvSpPr>
                <p:cNvPr id="188" name="Freeform 20">
                  <a:extLst>
                    <a:ext uri="{FF2B5EF4-FFF2-40B4-BE49-F238E27FC236}">
                      <a16:creationId xmlns:a16="http://schemas.microsoft.com/office/drawing/2014/main" id="{E6879BD7-B7FE-7376-1416-0EF93583AD5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2741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274193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217043"/>
                      </a:lnTo>
                      <a:cubicBezTo>
                        <a:pt x="114300" y="248666"/>
                        <a:pt x="88773" y="274193"/>
                        <a:pt x="57150" y="274193"/>
                      </a:cubicBezTo>
                      <a:cubicBezTo>
                        <a:pt x="25527" y="274193"/>
                        <a:pt x="0" y="248666"/>
                        <a:pt x="0" y="217043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48" name="Group 21">
                <a:extLst>
                  <a:ext uri="{FF2B5EF4-FFF2-40B4-BE49-F238E27FC236}">
                    <a16:creationId xmlns:a16="http://schemas.microsoft.com/office/drawing/2014/main" id="{76D57E7D-63C1-9607-C718-19006DCA7E2D}"/>
                  </a:ext>
                </a:extLst>
              </p:cNvPr>
              <p:cNvGrpSpPr/>
              <p:nvPr/>
            </p:nvGrpSpPr>
            <p:grpSpPr>
              <a:xfrm>
                <a:off x="1485900" y="176492"/>
                <a:ext cx="114300" cy="180416"/>
                <a:chOff x="0" y="0"/>
                <a:chExt cx="114300" cy="180416"/>
              </a:xfrm>
              <a:grpFill/>
            </p:grpSpPr>
            <p:sp>
              <p:nvSpPr>
                <p:cNvPr id="187" name="Freeform 22">
                  <a:extLst>
                    <a:ext uri="{FF2B5EF4-FFF2-40B4-BE49-F238E27FC236}">
                      <a16:creationId xmlns:a16="http://schemas.microsoft.com/office/drawing/2014/main" id="{3E163A00-AE56-53FA-6461-DF48BA1E6F9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18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80467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123317"/>
                      </a:lnTo>
                      <a:cubicBezTo>
                        <a:pt x="114300" y="154940"/>
                        <a:pt x="88773" y="180467"/>
                        <a:pt x="57150" y="180467"/>
                      </a:cubicBezTo>
                      <a:cubicBezTo>
                        <a:pt x="25527" y="180467"/>
                        <a:pt x="0" y="154813"/>
                        <a:pt x="0" y="123317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49" name="Group 23">
                <a:extLst>
                  <a:ext uri="{FF2B5EF4-FFF2-40B4-BE49-F238E27FC236}">
                    <a16:creationId xmlns:a16="http://schemas.microsoft.com/office/drawing/2014/main" id="{1C4B0F37-CDC7-2975-0FBF-603F447D34AF}"/>
                  </a:ext>
                </a:extLst>
              </p:cNvPr>
              <p:cNvGrpSpPr/>
              <p:nvPr/>
            </p:nvGrpSpPr>
            <p:grpSpPr>
              <a:xfrm>
                <a:off x="1733550" y="73215"/>
                <a:ext cx="114300" cy="386982"/>
                <a:chOff x="0" y="0"/>
                <a:chExt cx="114300" cy="386982"/>
              </a:xfrm>
              <a:grpFill/>
            </p:grpSpPr>
            <p:sp>
              <p:nvSpPr>
                <p:cNvPr id="186" name="Freeform 24">
                  <a:extLst>
                    <a:ext uri="{FF2B5EF4-FFF2-40B4-BE49-F238E27FC236}">
                      <a16:creationId xmlns:a16="http://schemas.microsoft.com/office/drawing/2014/main" id="{305E57DB-28F3-BBFD-8033-F41815976E6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386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386969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329819"/>
                      </a:lnTo>
                      <a:cubicBezTo>
                        <a:pt x="114300" y="361442"/>
                        <a:pt x="88773" y="386969"/>
                        <a:pt x="57150" y="386969"/>
                      </a:cubicBezTo>
                      <a:cubicBezTo>
                        <a:pt x="25527" y="386969"/>
                        <a:pt x="0" y="361442"/>
                        <a:pt x="0" y="329819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50" name="Group 25">
                <a:extLst>
                  <a:ext uri="{FF2B5EF4-FFF2-40B4-BE49-F238E27FC236}">
                    <a16:creationId xmlns:a16="http://schemas.microsoft.com/office/drawing/2014/main" id="{B9845366-2952-8D3F-658A-65D1C676B7DA}"/>
                  </a:ext>
                </a:extLst>
              </p:cNvPr>
              <p:cNvGrpSpPr/>
              <p:nvPr/>
            </p:nvGrpSpPr>
            <p:grpSpPr>
              <a:xfrm>
                <a:off x="1981200" y="10147"/>
                <a:ext cx="114300" cy="513118"/>
                <a:chOff x="0" y="0"/>
                <a:chExt cx="114300" cy="513118"/>
              </a:xfrm>
              <a:grpFill/>
            </p:grpSpPr>
            <p:sp>
              <p:nvSpPr>
                <p:cNvPr id="185" name="Freeform 26">
                  <a:extLst>
                    <a:ext uri="{FF2B5EF4-FFF2-40B4-BE49-F238E27FC236}">
                      <a16:creationId xmlns:a16="http://schemas.microsoft.com/office/drawing/2014/main" id="{8606416B-B764-87B7-D714-B9C13749A72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513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13080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55930"/>
                      </a:lnTo>
                      <a:cubicBezTo>
                        <a:pt x="114300" y="487553"/>
                        <a:pt x="88773" y="513080"/>
                        <a:pt x="57150" y="513080"/>
                      </a:cubicBezTo>
                      <a:cubicBezTo>
                        <a:pt x="25527" y="513080"/>
                        <a:pt x="0" y="487553"/>
                        <a:pt x="0" y="455930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51" name="Group 27">
                <a:extLst>
                  <a:ext uri="{FF2B5EF4-FFF2-40B4-BE49-F238E27FC236}">
                    <a16:creationId xmlns:a16="http://schemas.microsoft.com/office/drawing/2014/main" id="{8F0E728A-D69C-A5BD-70F5-E2C4CDBABE3E}"/>
                  </a:ext>
                </a:extLst>
              </p:cNvPr>
              <p:cNvGrpSpPr/>
              <p:nvPr/>
            </p:nvGrpSpPr>
            <p:grpSpPr>
              <a:xfrm>
                <a:off x="2228850" y="5893"/>
                <a:ext cx="114300" cy="521627"/>
                <a:chOff x="0" y="0"/>
                <a:chExt cx="114300" cy="521627"/>
              </a:xfrm>
              <a:grpFill/>
            </p:grpSpPr>
            <p:sp>
              <p:nvSpPr>
                <p:cNvPr id="184" name="Freeform 28">
                  <a:extLst>
                    <a:ext uri="{FF2B5EF4-FFF2-40B4-BE49-F238E27FC236}">
                      <a16:creationId xmlns:a16="http://schemas.microsoft.com/office/drawing/2014/main" id="{0B5F5439-30B9-D916-DB2B-6DB7118CA39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5215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21589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64439"/>
                      </a:lnTo>
                      <a:cubicBezTo>
                        <a:pt x="114300" y="496062"/>
                        <a:pt x="88773" y="521589"/>
                        <a:pt x="57150" y="521589"/>
                      </a:cubicBezTo>
                      <a:cubicBezTo>
                        <a:pt x="25527" y="521589"/>
                        <a:pt x="0" y="496062"/>
                        <a:pt x="0" y="464439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52" name="Group 29">
                <a:extLst>
                  <a:ext uri="{FF2B5EF4-FFF2-40B4-BE49-F238E27FC236}">
                    <a16:creationId xmlns:a16="http://schemas.microsoft.com/office/drawing/2014/main" id="{7313C7A5-2EE2-C012-7B69-C95345D6A76F}"/>
                  </a:ext>
                </a:extLst>
              </p:cNvPr>
              <p:cNvGrpSpPr/>
              <p:nvPr/>
            </p:nvGrpSpPr>
            <p:grpSpPr>
              <a:xfrm>
                <a:off x="2476500" y="61709"/>
                <a:ext cx="114300" cy="409994"/>
                <a:chOff x="0" y="0"/>
                <a:chExt cx="114300" cy="409994"/>
              </a:xfrm>
              <a:grpFill/>
            </p:grpSpPr>
            <p:sp>
              <p:nvSpPr>
                <p:cNvPr id="183" name="Freeform 30">
                  <a:extLst>
                    <a:ext uri="{FF2B5EF4-FFF2-40B4-BE49-F238E27FC236}">
                      <a16:creationId xmlns:a16="http://schemas.microsoft.com/office/drawing/2014/main" id="{629DF72F-207E-92D9-3F00-B1D717F737D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409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409956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352806"/>
                      </a:lnTo>
                      <a:cubicBezTo>
                        <a:pt x="114300" y="384429"/>
                        <a:pt x="88773" y="409956"/>
                        <a:pt x="57150" y="409956"/>
                      </a:cubicBezTo>
                      <a:cubicBezTo>
                        <a:pt x="25527" y="409956"/>
                        <a:pt x="0" y="384429"/>
                        <a:pt x="0" y="352806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53" name="Group 31">
                <a:extLst>
                  <a:ext uri="{FF2B5EF4-FFF2-40B4-BE49-F238E27FC236}">
                    <a16:creationId xmlns:a16="http://schemas.microsoft.com/office/drawing/2014/main" id="{2E1FEB7F-000C-A049-DD12-BA4CDDFB5A43}"/>
                  </a:ext>
                </a:extLst>
              </p:cNvPr>
              <p:cNvGrpSpPr/>
              <p:nvPr/>
            </p:nvGrpSpPr>
            <p:grpSpPr>
              <a:xfrm>
                <a:off x="2724150" y="161125"/>
                <a:ext cx="114300" cy="211150"/>
                <a:chOff x="0" y="0"/>
                <a:chExt cx="114300" cy="211150"/>
              </a:xfrm>
              <a:grpFill/>
            </p:grpSpPr>
            <p:sp>
              <p:nvSpPr>
                <p:cNvPr id="182" name="Freeform 32">
                  <a:extLst>
                    <a:ext uri="{FF2B5EF4-FFF2-40B4-BE49-F238E27FC236}">
                      <a16:creationId xmlns:a16="http://schemas.microsoft.com/office/drawing/2014/main" id="{86582E5E-DC7D-DA14-A154-230B78BA21F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211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211201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154051"/>
                      </a:lnTo>
                      <a:cubicBezTo>
                        <a:pt x="114300" y="185674"/>
                        <a:pt x="88773" y="211201"/>
                        <a:pt x="57150" y="211201"/>
                      </a:cubicBezTo>
                      <a:cubicBezTo>
                        <a:pt x="25527" y="211201"/>
                        <a:pt x="0" y="185547"/>
                        <a:pt x="0" y="154051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54" name="Group 33">
                <a:extLst>
                  <a:ext uri="{FF2B5EF4-FFF2-40B4-BE49-F238E27FC236}">
                    <a16:creationId xmlns:a16="http://schemas.microsoft.com/office/drawing/2014/main" id="{C4A8D821-A987-F532-5377-03FD86D294B2}"/>
                  </a:ext>
                </a:extLst>
              </p:cNvPr>
              <p:cNvGrpSpPr/>
              <p:nvPr/>
            </p:nvGrpSpPr>
            <p:grpSpPr>
              <a:xfrm>
                <a:off x="2971800" y="144272"/>
                <a:ext cx="114300" cy="244869"/>
                <a:chOff x="0" y="0"/>
                <a:chExt cx="114300" cy="244869"/>
              </a:xfrm>
              <a:grpFill/>
            </p:grpSpPr>
            <p:sp>
              <p:nvSpPr>
                <p:cNvPr id="181" name="Freeform 34">
                  <a:extLst>
                    <a:ext uri="{FF2B5EF4-FFF2-40B4-BE49-F238E27FC236}">
                      <a16:creationId xmlns:a16="http://schemas.microsoft.com/office/drawing/2014/main" id="{C174E416-A7DA-AB30-A0F9-7BEDE8DF6DB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2448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244856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187706"/>
                      </a:lnTo>
                      <a:cubicBezTo>
                        <a:pt x="114300" y="219329"/>
                        <a:pt x="88773" y="244856"/>
                        <a:pt x="57150" y="244856"/>
                      </a:cubicBezTo>
                      <a:cubicBezTo>
                        <a:pt x="25527" y="244856"/>
                        <a:pt x="0" y="219329"/>
                        <a:pt x="0" y="187706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55" name="Group 35">
                <a:extLst>
                  <a:ext uri="{FF2B5EF4-FFF2-40B4-BE49-F238E27FC236}">
                    <a16:creationId xmlns:a16="http://schemas.microsoft.com/office/drawing/2014/main" id="{E0252ECF-9E1E-9272-EB54-6B2C105EED01}"/>
                  </a:ext>
                </a:extLst>
              </p:cNvPr>
              <p:cNvGrpSpPr/>
              <p:nvPr/>
            </p:nvGrpSpPr>
            <p:grpSpPr>
              <a:xfrm>
                <a:off x="3219450" y="49822"/>
                <a:ext cx="114300" cy="433768"/>
                <a:chOff x="0" y="0"/>
                <a:chExt cx="114300" cy="433768"/>
              </a:xfrm>
              <a:grpFill/>
            </p:grpSpPr>
            <p:sp>
              <p:nvSpPr>
                <p:cNvPr id="180" name="Freeform 36">
                  <a:extLst>
                    <a:ext uri="{FF2B5EF4-FFF2-40B4-BE49-F238E27FC236}">
                      <a16:creationId xmlns:a16="http://schemas.microsoft.com/office/drawing/2014/main" id="{4FDC055C-315A-BF37-BA1A-40D736C4B19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433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433705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376555"/>
                      </a:lnTo>
                      <a:cubicBezTo>
                        <a:pt x="114300" y="408178"/>
                        <a:pt x="88773" y="433705"/>
                        <a:pt x="57150" y="433705"/>
                      </a:cubicBezTo>
                      <a:cubicBezTo>
                        <a:pt x="25527" y="433705"/>
                        <a:pt x="0" y="408178"/>
                        <a:pt x="0" y="376555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56" name="Group 37">
                <a:extLst>
                  <a:ext uri="{FF2B5EF4-FFF2-40B4-BE49-F238E27FC236}">
                    <a16:creationId xmlns:a16="http://schemas.microsoft.com/office/drawing/2014/main" id="{CB064C26-72A9-A1ED-0C4A-5086780F88EE}"/>
                  </a:ext>
                </a:extLst>
              </p:cNvPr>
              <p:cNvGrpSpPr/>
              <p:nvPr/>
            </p:nvGrpSpPr>
            <p:grpSpPr>
              <a:xfrm>
                <a:off x="3467100" y="2477"/>
                <a:ext cx="114300" cy="528447"/>
                <a:chOff x="0" y="0"/>
                <a:chExt cx="114300" cy="528447"/>
              </a:xfrm>
              <a:grpFill/>
            </p:grpSpPr>
            <p:sp>
              <p:nvSpPr>
                <p:cNvPr id="179" name="Freeform 38">
                  <a:extLst>
                    <a:ext uri="{FF2B5EF4-FFF2-40B4-BE49-F238E27FC236}">
                      <a16:creationId xmlns:a16="http://schemas.microsoft.com/office/drawing/2014/main" id="{86A360B6-86C1-4F2C-D979-F52F3FBA202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5284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28447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71297"/>
                      </a:lnTo>
                      <a:cubicBezTo>
                        <a:pt x="114300" y="502920"/>
                        <a:pt x="88773" y="528447"/>
                        <a:pt x="57150" y="528447"/>
                      </a:cubicBezTo>
                      <a:cubicBezTo>
                        <a:pt x="25527" y="528447"/>
                        <a:pt x="0" y="502793"/>
                        <a:pt x="0" y="471297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57" name="Group 39">
                <a:extLst>
                  <a:ext uri="{FF2B5EF4-FFF2-40B4-BE49-F238E27FC236}">
                    <a16:creationId xmlns:a16="http://schemas.microsoft.com/office/drawing/2014/main" id="{7518F31C-ADF6-5F0C-02A0-5D29EBABE712}"/>
                  </a:ext>
                </a:extLst>
              </p:cNvPr>
              <p:cNvGrpSpPr/>
              <p:nvPr/>
            </p:nvGrpSpPr>
            <p:grpSpPr>
              <a:xfrm>
                <a:off x="3714750" y="16218"/>
                <a:ext cx="114300" cy="500964"/>
                <a:chOff x="0" y="0"/>
                <a:chExt cx="114300" cy="500964"/>
              </a:xfrm>
              <a:grpFill/>
            </p:grpSpPr>
            <p:sp>
              <p:nvSpPr>
                <p:cNvPr id="178" name="Freeform 40">
                  <a:extLst>
                    <a:ext uri="{FF2B5EF4-FFF2-40B4-BE49-F238E27FC236}">
                      <a16:creationId xmlns:a16="http://schemas.microsoft.com/office/drawing/2014/main" id="{7277917A-8B45-69F9-C0F6-D7F58194182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501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01015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43865"/>
                      </a:lnTo>
                      <a:cubicBezTo>
                        <a:pt x="114300" y="475488"/>
                        <a:pt x="88773" y="501015"/>
                        <a:pt x="57150" y="501015"/>
                      </a:cubicBezTo>
                      <a:cubicBezTo>
                        <a:pt x="25527" y="501015"/>
                        <a:pt x="0" y="475361"/>
                        <a:pt x="0" y="443865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58" name="Group 41">
                <a:extLst>
                  <a:ext uri="{FF2B5EF4-FFF2-40B4-BE49-F238E27FC236}">
                    <a16:creationId xmlns:a16="http://schemas.microsoft.com/office/drawing/2014/main" id="{1C37B6D7-4602-5BE0-1FD6-3CF1E932FF06}"/>
                  </a:ext>
                </a:extLst>
              </p:cNvPr>
              <p:cNvGrpSpPr/>
              <p:nvPr/>
            </p:nvGrpSpPr>
            <p:grpSpPr>
              <a:xfrm>
                <a:off x="3962400" y="86982"/>
                <a:ext cx="114300" cy="359435"/>
                <a:chOff x="0" y="0"/>
                <a:chExt cx="114300" cy="359435"/>
              </a:xfrm>
              <a:grpFill/>
            </p:grpSpPr>
            <p:sp>
              <p:nvSpPr>
                <p:cNvPr id="177" name="Freeform 42">
                  <a:extLst>
                    <a:ext uri="{FF2B5EF4-FFF2-40B4-BE49-F238E27FC236}">
                      <a16:creationId xmlns:a16="http://schemas.microsoft.com/office/drawing/2014/main" id="{F460E021-E6EF-7AED-757A-293322C334E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359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359410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302260"/>
                      </a:lnTo>
                      <a:cubicBezTo>
                        <a:pt x="114300" y="333883"/>
                        <a:pt x="88773" y="359410"/>
                        <a:pt x="57150" y="359410"/>
                      </a:cubicBezTo>
                      <a:cubicBezTo>
                        <a:pt x="25527" y="359410"/>
                        <a:pt x="0" y="333883"/>
                        <a:pt x="0" y="302260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59" name="Group 43">
                <a:extLst>
                  <a:ext uri="{FF2B5EF4-FFF2-40B4-BE49-F238E27FC236}">
                    <a16:creationId xmlns:a16="http://schemas.microsoft.com/office/drawing/2014/main" id="{2589842A-87CB-E695-B27B-F0AF518D1693}"/>
                  </a:ext>
                </a:extLst>
              </p:cNvPr>
              <p:cNvGrpSpPr/>
              <p:nvPr/>
            </p:nvGrpSpPr>
            <p:grpSpPr>
              <a:xfrm>
                <a:off x="4210050" y="193891"/>
                <a:ext cx="114300" cy="145606"/>
                <a:chOff x="0" y="0"/>
                <a:chExt cx="114300" cy="145606"/>
              </a:xfrm>
              <a:grpFill/>
            </p:grpSpPr>
            <p:sp>
              <p:nvSpPr>
                <p:cNvPr id="176" name="Freeform 44">
                  <a:extLst>
                    <a:ext uri="{FF2B5EF4-FFF2-40B4-BE49-F238E27FC236}">
                      <a16:creationId xmlns:a16="http://schemas.microsoft.com/office/drawing/2014/main" id="{88945CBA-A409-E309-0A0B-546D5301709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145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45669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88519"/>
                      </a:lnTo>
                      <a:cubicBezTo>
                        <a:pt x="114300" y="120142"/>
                        <a:pt x="88773" y="145669"/>
                        <a:pt x="57150" y="145669"/>
                      </a:cubicBezTo>
                      <a:cubicBezTo>
                        <a:pt x="25527" y="145669"/>
                        <a:pt x="0" y="120015"/>
                        <a:pt x="0" y="88519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60" name="Group 45">
                <a:extLst>
                  <a:ext uri="{FF2B5EF4-FFF2-40B4-BE49-F238E27FC236}">
                    <a16:creationId xmlns:a16="http://schemas.microsoft.com/office/drawing/2014/main" id="{433ACFA9-34C3-B7CA-5E24-8ACB9D6CCD23}"/>
                  </a:ext>
                </a:extLst>
              </p:cNvPr>
              <p:cNvGrpSpPr/>
              <p:nvPr/>
            </p:nvGrpSpPr>
            <p:grpSpPr>
              <a:xfrm>
                <a:off x="4457700" y="113678"/>
                <a:ext cx="114300" cy="306057"/>
                <a:chOff x="0" y="0"/>
                <a:chExt cx="114300" cy="306057"/>
              </a:xfrm>
              <a:grpFill/>
            </p:grpSpPr>
            <p:sp>
              <p:nvSpPr>
                <p:cNvPr id="175" name="Freeform 46">
                  <a:extLst>
                    <a:ext uri="{FF2B5EF4-FFF2-40B4-BE49-F238E27FC236}">
                      <a16:creationId xmlns:a16="http://schemas.microsoft.com/office/drawing/2014/main" id="{F80C4965-9AFF-B94F-53E2-2D29A0144EC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306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306070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248920"/>
                      </a:lnTo>
                      <a:cubicBezTo>
                        <a:pt x="114300" y="280543"/>
                        <a:pt x="88773" y="306070"/>
                        <a:pt x="57150" y="306070"/>
                      </a:cubicBezTo>
                      <a:cubicBezTo>
                        <a:pt x="25527" y="306070"/>
                        <a:pt x="0" y="280416"/>
                        <a:pt x="0" y="248920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61" name="Group 47">
                <a:extLst>
                  <a:ext uri="{FF2B5EF4-FFF2-40B4-BE49-F238E27FC236}">
                    <a16:creationId xmlns:a16="http://schemas.microsoft.com/office/drawing/2014/main" id="{C18E6D2F-B231-1BBF-B501-D22DE2AF6400}"/>
                  </a:ext>
                </a:extLst>
              </p:cNvPr>
              <p:cNvGrpSpPr/>
              <p:nvPr/>
            </p:nvGrpSpPr>
            <p:grpSpPr>
              <a:xfrm>
                <a:off x="4705350" y="30417"/>
                <a:ext cx="114300" cy="472554"/>
                <a:chOff x="0" y="0"/>
                <a:chExt cx="114300" cy="472554"/>
              </a:xfrm>
              <a:grpFill/>
            </p:grpSpPr>
            <p:sp>
              <p:nvSpPr>
                <p:cNvPr id="174" name="Freeform 48">
                  <a:extLst>
                    <a:ext uri="{FF2B5EF4-FFF2-40B4-BE49-F238E27FC236}">
                      <a16:creationId xmlns:a16="http://schemas.microsoft.com/office/drawing/2014/main" id="{4C849F62-9A65-AE13-13EA-84FD46FB6C5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472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472567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15417"/>
                      </a:lnTo>
                      <a:cubicBezTo>
                        <a:pt x="114300" y="447040"/>
                        <a:pt x="88773" y="472567"/>
                        <a:pt x="57150" y="472567"/>
                      </a:cubicBezTo>
                      <a:cubicBezTo>
                        <a:pt x="25527" y="472567"/>
                        <a:pt x="0" y="446913"/>
                        <a:pt x="0" y="415417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62" name="Group 49">
                <a:extLst>
                  <a:ext uri="{FF2B5EF4-FFF2-40B4-BE49-F238E27FC236}">
                    <a16:creationId xmlns:a16="http://schemas.microsoft.com/office/drawing/2014/main" id="{60669156-F032-5AB5-C3D0-CFA8BCE7ECD6}"/>
                  </a:ext>
                </a:extLst>
              </p:cNvPr>
              <p:cNvGrpSpPr/>
              <p:nvPr/>
            </p:nvGrpSpPr>
            <p:grpSpPr>
              <a:xfrm>
                <a:off x="4953000" y="0"/>
                <a:ext cx="114300" cy="533400"/>
                <a:chOff x="0" y="0"/>
                <a:chExt cx="114300" cy="533400"/>
              </a:xfrm>
              <a:grpFill/>
            </p:grpSpPr>
            <p:sp>
              <p:nvSpPr>
                <p:cNvPr id="173" name="Freeform 50">
                  <a:extLst>
                    <a:ext uri="{FF2B5EF4-FFF2-40B4-BE49-F238E27FC236}">
                      <a16:creationId xmlns:a16="http://schemas.microsoft.com/office/drawing/2014/main" id="{C2880E9F-F869-712B-919A-B0EBB44EE2F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33400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76250"/>
                      </a:lnTo>
                      <a:cubicBezTo>
                        <a:pt x="114300" y="507746"/>
                        <a:pt x="88773" y="533400"/>
                        <a:pt x="57150" y="533400"/>
                      </a:cubicBezTo>
                      <a:cubicBezTo>
                        <a:pt x="25527" y="533400"/>
                        <a:pt x="0" y="507746"/>
                        <a:pt x="0" y="476250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63" name="Group 51">
                <a:extLst>
                  <a:ext uri="{FF2B5EF4-FFF2-40B4-BE49-F238E27FC236}">
                    <a16:creationId xmlns:a16="http://schemas.microsoft.com/office/drawing/2014/main" id="{47C442B5-6E36-8837-C709-BCD663A4CB45}"/>
                  </a:ext>
                </a:extLst>
              </p:cNvPr>
              <p:cNvGrpSpPr/>
              <p:nvPr/>
            </p:nvGrpSpPr>
            <p:grpSpPr>
              <a:xfrm>
                <a:off x="5200650" y="31394"/>
                <a:ext cx="114300" cy="470624"/>
                <a:chOff x="0" y="0"/>
                <a:chExt cx="114300" cy="470624"/>
              </a:xfrm>
              <a:grpFill/>
            </p:grpSpPr>
            <p:sp>
              <p:nvSpPr>
                <p:cNvPr id="172" name="Freeform 52">
                  <a:extLst>
                    <a:ext uri="{FF2B5EF4-FFF2-40B4-BE49-F238E27FC236}">
                      <a16:creationId xmlns:a16="http://schemas.microsoft.com/office/drawing/2014/main" id="{F23E3683-DF5A-260C-E6F0-2C7F784E183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4706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470662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13512"/>
                      </a:lnTo>
                      <a:cubicBezTo>
                        <a:pt x="114300" y="445135"/>
                        <a:pt x="88773" y="470662"/>
                        <a:pt x="57150" y="470662"/>
                      </a:cubicBezTo>
                      <a:cubicBezTo>
                        <a:pt x="25527" y="470662"/>
                        <a:pt x="0" y="445008"/>
                        <a:pt x="0" y="413512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64" name="Group 53">
                <a:extLst>
                  <a:ext uri="{FF2B5EF4-FFF2-40B4-BE49-F238E27FC236}">
                    <a16:creationId xmlns:a16="http://schemas.microsoft.com/office/drawing/2014/main" id="{8E90CA90-773C-5D63-7829-D8BE504356EF}"/>
                  </a:ext>
                </a:extLst>
              </p:cNvPr>
              <p:cNvGrpSpPr/>
              <p:nvPr/>
            </p:nvGrpSpPr>
            <p:grpSpPr>
              <a:xfrm>
                <a:off x="5448300" y="115329"/>
                <a:ext cx="114300" cy="302743"/>
                <a:chOff x="0" y="0"/>
                <a:chExt cx="114300" cy="302743"/>
              </a:xfrm>
              <a:grpFill/>
            </p:grpSpPr>
            <p:sp>
              <p:nvSpPr>
                <p:cNvPr id="171" name="Freeform 54">
                  <a:extLst>
                    <a:ext uri="{FF2B5EF4-FFF2-40B4-BE49-F238E27FC236}">
                      <a16:creationId xmlns:a16="http://schemas.microsoft.com/office/drawing/2014/main" id="{DF49FFB7-FC67-732A-3E38-F96C5F6C4BC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30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302768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245618"/>
                      </a:lnTo>
                      <a:cubicBezTo>
                        <a:pt x="114300" y="277241"/>
                        <a:pt x="88773" y="302768"/>
                        <a:pt x="57150" y="302768"/>
                      </a:cubicBezTo>
                      <a:cubicBezTo>
                        <a:pt x="25527" y="302768"/>
                        <a:pt x="0" y="277114"/>
                        <a:pt x="0" y="245618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65" name="Group 55">
                <a:extLst>
                  <a:ext uri="{FF2B5EF4-FFF2-40B4-BE49-F238E27FC236}">
                    <a16:creationId xmlns:a16="http://schemas.microsoft.com/office/drawing/2014/main" id="{9050D9A0-82CB-9F43-A132-ACC1812F1825}"/>
                  </a:ext>
                </a:extLst>
              </p:cNvPr>
              <p:cNvGrpSpPr/>
              <p:nvPr/>
            </p:nvGrpSpPr>
            <p:grpSpPr>
              <a:xfrm>
                <a:off x="5695950" y="192049"/>
                <a:ext cx="114300" cy="149314"/>
                <a:chOff x="0" y="0"/>
                <a:chExt cx="114300" cy="149314"/>
              </a:xfrm>
              <a:grpFill/>
            </p:grpSpPr>
            <p:sp>
              <p:nvSpPr>
                <p:cNvPr id="170" name="Freeform 56">
                  <a:extLst>
                    <a:ext uri="{FF2B5EF4-FFF2-40B4-BE49-F238E27FC236}">
                      <a16:creationId xmlns:a16="http://schemas.microsoft.com/office/drawing/2014/main" id="{5399A9C4-C1D4-DAF3-5004-057B6A32E7C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149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49352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92202"/>
                      </a:lnTo>
                      <a:cubicBezTo>
                        <a:pt x="114300" y="123825"/>
                        <a:pt x="88773" y="149352"/>
                        <a:pt x="57150" y="149352"/>
                      </a:cubicBezTo>
                      <a:cubicBezTo>
                        <a:pt x="25527" y="149352"/>
                        <a:pt x="0" y="123698"/>
                        <a:pt x="0" y="92202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66" name="Group 57">
                <a:extLst>
                  <a:ext uri="{FF2B5EF4-FFF2-40B4-BE49-F238E27FC236}">
                    <a16:creationId xmlns:a16="http://schemas.microsoft.com/office/drawing/2014/main" id="{95C96BCB-C3FD-CB64-9CFD-D57D9C7F75A2}"/>
                  </a:ext>
                </a:extLst>
              </p:cNvPr>
              <p:cNvGrpSpPr/>
              <p:nvPr/>
            </p:nvGrpSpPr>
            <p:grpSpPr>
              <a:xfrm>
                <a:off x="5943600" y="85484"/>
                <a:ext cx="114300" cy="362433"/>
                <a:chOff x="0" y="0"/>
                <a:chExt cx="114300" cy="362433"/>
              </a:xfrm>
              <a:grpFill/>
            </p:grpSpPr>
            <p:sp>
              <p:nvSpPr>
                <p:cNvPr id="169" name="Freeform 58">
                  <a:extLst>
                    <a:ext uri="{FF2B5EF4-FFF2-40B4-BE49-F238E27FC236}">
                      <a16:creationId xmlns:a16="http://schemas.microsoft.com/office/drawing/2014/main" id="{980163A5-4B1E-0898-8DE1-9CA08C1E19D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3624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362458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305308"/>
                      </a:lnTo>
                      <a:cubicBezTo>
                        <a:pt x="114300" y="336931"/>
                        <a:pt x="88773" y="362458"/>
                        <a:pt x="57150" y="362458"/>
                      </a:cubicBezTo>
                      <a:cubicBezTo>
                        <a:pt x="25527" y="362458"/>
                        <a:pt x="0" y="336804"/>
                        <a:pt x="0" y="305308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67" name="Group 59">
                <a:extLst>
                  <a:ext uri="{FF2B5EF4-FFF2-40B4-BE49-F238E27FC236}">
                    <a16:creationId xmlns:a16="http://schemas.microsoft.com/office/drawing/2014/main" id="{FA7B208D-049D-7F1F-5F16-A3179D6CE16C}"/>
                  </a:ext>
                </a:extLst>
              </p:cNvPr>
              <p:cNvGrpSpPr/>
              <p:nvPr/>
            </p:nvGrpSpPr>
            <p:grpSpPr>
              <a:xfrm>
                <a:off x="6191250" y="15507"/>
                <a:ext cx="114300" cy="502374"/>
                <a:chOff x="0" y="0"/>
                <a:chExt cx="114300" cy="502374"/>
              </a:xfrm>
              <a:grpFill/>
            </p:grpSpPr>
            <p:sp>
              <p:nvSpPr>
                <p:cNvPr id="168" name="Freeform 60">
                  <a:extLst>
                    <a:ext uri="{FF2B5EF4-FFF2-40B4-BE49-F238E27FC236}">
                      <a16:creationId xmlns:a16="http://schemas.microsoft.com/office/drawing/2014/main" id="{A546CA16-006F-826B-6E4F-E211CB45AA1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502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02412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45262"/>
                      </a:lnTo>
                      <a:cubicBezTo>
                        <a:pt x="114300" y="476885"/>
                        <a:pt x="88773" y="502412"/>
                        <a:pt x="57150" y="502412"/>
                      </a:cubicBezTo>
                      <a:cubicBezTo>
                        <a:pt x="25527" y="502412"/>
                        <a:pt x="0" y="476758"/>
                        <a:pt x="0" y="445262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</p:grpSp>
        <p:grpSp>
          <p:nvGrpSpPr>
            <p:cNvPr id="99" name="Группа 98">
              <a:extLst>
                <a:ext uri="{FF2B5EF4-FFF2-40B4-BE49-F238E27FC236}">
                  <a16:creationId xmlns:a16="http://schemas.microsoft.com/office/drawing/2014/main" id="{94E6B12E-E922-D6B1-ADF2-D5DADD0ADFA9}"/>
                </a:ext>
              </a:extLst>
            </p:cNvPr>
            <p:cNvGrpSpPr/>
            <p:nvPr/>
          </p:nvGrpSpPr>
          <p:grpSpPr>
            <a:xfrm>
              <a:off x="6014168" y="8174396"/>
              <a:ext cx="3800475" cy="400050"/>
              <a:chOff x="6584080" y="8174015"/>
              <a:chExt cx="3800475" cy="400050"/>
            </a:xfrm>
          </p:grpSpPr>
          <p:grpSp>
            <p:nvGrpSpPr>
              <p:cNvPr id="100" name="Group 15">
                <a:extLst>
                  <a:ext uri="{FF2B5EF4-FFF2-40B4-BE49-F238E27FC236}">
                    <a16:creationId xmlns:a16="http://schemas.microsoft.com/office/drawing/2014/main" id="{592753AA-A72F-24DF-7172-A96D6F3C6552}"/>
                  </a:ext>
                </a:extLst>
              </p:cNvPr>
              <p:cNvGrpSpPr/>
              <p:nvPr/>
            </p:nvGrpSpPr>
            <p:grpSpPr>
              <a:xfrm>
                <a:off x="6584080" y="8174510"/>
                <a:ext cx="85725" cy="399069"/>
                <a:chOff x="0" y="0"/>
                <a:chExt cx="114300" cy="532092"/>
              </a:xfrm>
              <a:solidFill>
                <a:srgbClr val="516C4B"/>
              </a:solidFill>
            </p:grpSpPr>
            <p:sp>
              <p:nvSpPr>
                <p:cNvPr id="141" name="Freeform 16">
                  <a:extLst>
                    <a:ext uri="{FF2B5EF4-FFF2-40B4-BE49-F238E27FC236}">
                      <a16:creationId xmlns:a16="http://schemas.microsoft.com/office/drawing/2014/main" id="{BFF7ED8F-830B-9610-38C6-CC772314B6E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532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32130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74980"/>
                      </a:lnTo>
                      <a:cubicBezTo>
                        <a:pt x="114300" y="506603"/>
                        <a:pt x="88773" y="532130"/>
                        <a:pt x="57150" y="532130"/>
                      </a:cubicBezTo>
                      <a:cubicBezTo>
                        <a:pt x="25527" y="532130"/>
                        <a:pt x="0" y="506476"/>
                        <a:pt x="0" y="474980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01" name="Group 17">
                <a:extLst>
                  <a:ext uri="{FF2B5EF4-FFF2-40B4-BE49-F238E27FC236}">
                    <a16:creationId xmlns:a16="http://schemas.microsoft.com/office/drawing/2014/main" id="{322F38DF-F793-4CE0-A390-8E6494C388D5}"/>
                  </a:ext>
                </a:extLst>
              </p:cNvPr>
              <p:cNvGrpSpPr/>
              <p:nvPr/>
            </p:nvGrpSpPr>
            <p:grpSpPr>
              <a:xfrm>
                <a:off x="6769818" y="8204114"/>
                <a:ext cx="85725" cy="339852"/>
                <a:chOff x="0" y="0"/>
                <a:chExt cx="114300" cy="453136"/>
              </a:xfrm>
              <a:solidFill>
                <a:srgbClr val="516C4B"/>
              </a:solidFill>
            </p:grpSpPr>
            <p:sp>
              <p:nvSpPr>
                <p:cNvPr id="140" name="Freeform 18">
                  <a:extLst>
                    <a:ext uri="{FF2B5EF4-FFF2-40B4-BE49-F238E27FC236}">
                      <a16:creationId xmlns:a16="http://schemas.microsoft.com/office/drawing/2014/main" id="{5ACA6A3C-C40E-81D2-9E03-B390CB84AD2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4531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453136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395986"/>
                      </a:lnTo>
                      <a:cubicBezTo>
                        <a:pt x="114300" y="427609"/>
                        <a:pt x="88773" y="453136"/>
                        <a:pt x="57150" y="453136"/>
                      </a:cubicBezTo>
                      <a:cubicBezTo>
                        <a:pt x="25527" y="453136"/>
                        <a:pt x="0" y="427609"/>
                        <a:pt x="0" y="395986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02" name="Group 19">
                <a:extLst>
                  <a:ext uri="{FF2B5EF4-FFF2-40B4-BE49-F238E27FC236}">
                    <a16:creationId xmlns:a16="http://schemas.microsoft.com/office/drawing/2014/main" id="{1DB48D1A-7F22-3820-7C67-5C302B38E44C}"/>
                  </a:ext>
                </a:extLst>
              </p:cNvPr>
              <p:cNvGrpSpPr/>
              <p:nvPr/>
            </p:nvGrpSpPr>
            <p:grpSpPr>
              <a:xfrm>
                <a:off x="6955555" y="8271199"/>
                <a:ext cx="85725" cy="205692"/>
                <a:chOff x="0" y="0"/>
                <a:chExt cx="114300" cy="274256"/>
              </a:xfrm>
              <a:solidFill>
                <a:srgbClr val="516C4B"/>
              </a:solidFill>
            </p:grpSpPr>
            <p:sp>
              <p:nvSpPr>
                <p:cNvPr id="139" name="Freeform 20">
                  <a:extLst>
                    <a:ext uri="{FF2B5EF4-FFF2-40B4-BE49-F238E27FC236}">
                      <a16:creationId xmlns:a16="http://schemas.microsoft.com/office/drawing/2014/main" id="{B70C1F67-D5F0-555C-AAE1-EB61C39C17C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2741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274193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217043"/>
                      </a:lnTo>
                      <a:cubicBezTo>
                        <a:pt x="114300" y="248666"/>
                        <a:pt x="88773" y="274193"/>
                        <a:pt x="57150" y="274193"/>
                      </a:cubicBezTo>
                      <a:cubicBezTo>
                        <a:pt x="25527" y="274193"/>
                        <a:pt x="0" y="248666"/>
                        <a:pt x="0" y="217043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03" name="Group 21">
                <a:extLst>
                  <a:ext uri="{FF2B5EF4-FFF2-40B4-BE49-F238E27FC236}">
                    <a16:creationId xmlns:a16="http://schemas.microsoft.com/office/drawing/2014/main" id="{0203E3B6-C878-3C78-6677-5B75D456422E}"/>
                  </a:ext>
                </a:extLst>
              </p:cNvPr>
              <p:cNvGrpSpPr/>
              <p:nvPr/>
            </p:nvGrpSpPr>
            <p:grpSpPr>
              <a:xfrm>
                <a:off x="7141293" y="8306384"/>
                <a:ext cx="85725" cy="135312"/>
                <a:chOff x="0" y="0"/>
                <a:chExt cx="114300" cy="180416"/>
              </a:xfrm>
              <a:solidFill>
                <a:srgbClr val="516C4B"/>
              </a:solidFill>
            </p:grpSpPr>
            <p:sp>
              <p:nvSpPr>
                <p:cNvPr id="138" name="Freeform 22">
                  <a:extLst>
                    <a:ext uri="{FF2B5EF4-FFF2-40B4-BE49-F238E27FC236}">
                      <a16:creationId xmlns:a16="http://schemas.microsoft.com/office/drawing/2014/main" id="{9D28CDC1-72E2-12AF-D312-CBDD2DD24B8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180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80467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123317"/>
                      </a:lnTo>
                      <a:cubicBezTo>
                        <a:pt x="114300" y="154940"/>
                        <a:pt x="88773" y="180467"/>
                        <a:pt x="57150" y="180467"/>
                      </a:cubicBezTo>
                      <a:cubicBezTo>
                        <a:pt x="25527" y="180467"/>
                        <a:pt x="0" y="154813"/>
                        <a:pt x="0" y="123317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04" name="Group 23">
                <a:extLst>
                  <a:ext uri="{FF2B5EF4-FFF2-40B4-BE49-F238E27FC236}">
                    <a16:creationId xmlns:a16="http://schemas.microsoft.com/office/drawing/2014/main" id="{E53392B6-F3C9-E2ED-E148-3FA25F87FBD9}"/>
                  </a:ext>
                </a:extLst>
              </p:cNvPr>
              <p:cNvGrpSpPr/>
              <p:nvPr/>
            </p:nvGrpSpPr>
            <p:grpSpPr>
              <a:xfrm>
                <a:off x="7327030" y="8228926"/>
                <a:ext cx="85725" cy="290237"/>
                <a:chOff x="0" y="0"/>
                <a:chExt cx="114300" cy="386982"/>
              </a:xfrm>
              <a:solidFill>
                <a:srgbClr val="516C4B"/>
              </a:solidFill>
            </p:grpSpPr>
            <p:sp>
              <p:nvSpPr>
                <p:cNvPr id="137" name="Freeform 24">
                  <a:extLst>
                    <a:ext uri="{FF2B5EF4-FFF2-40B4-BE49-F238E27FC236}">
                      <a16:creationId xmlns:a16="http://schemas.microsoft.com/office/drawing/2014/main" id="{BF6BDDB5-6627-6980-2421-425785DABAE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386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386969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329819"/>
                      </a:lnTo>
                      <a:cubicBezTo>
                        <a:pt x="114300" y="361442"/>
                        <a:pt x="88773" y="386969"/>
                        <a:pt x="57150" y="386969"/>
                      </a:cubicBezTo>
                      <a:cubicBezTo>
                        <a:pt x="25527" y="386969"/>
                        <a:pt x="0" y="361442"/>
                        <a:pt x="0" y="329819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05" name="Group 25">
                <a:extLst>
                  <a:ext uri="{FF2B5EF4-FFF2-40B4-BE49-F238E27FC236}">
                    <a16:creationId xmlns:a16="http://schemas.microsoft.com/office/drawing/2014/main" id="{12F4F95A-FE02-552E-8CD9-B8B1E6001F0F}"/>
                  </a:ext>
                </a:extLst>
              </p:cNvPr>
              <p:cNvGrpSpPr/>
              <p:nvPr/>
            </p:nvGrpSpPr>
            <p:grpSpPr>
              <a:xfrm>
                <a:off x="7512768" y="8181625"/>
                <a:ext cx="85725" cy="384839"/>
                <a:chOff x="0" y="0"/>
                <a:chExt cx="114300" cy="513118"/>
              </a:xfrm>
              <a:solidFill>
                <a:srgbClr val="516C4B"/>
              </a:solidFill>
            </p:grpSpPr>
            <p:sp>
              <p:nvSpPr>
                <p:cNvPr id="136" name="Freeform 26">
                  <a:extLst>
                    <a:ext uri="{FF2B5EF4-FFF2-40B4-BE49-F238E27FC236}">
                      <a16:creationId xmlns:a16="http://schemas.microsoft.com/office/drawing/2014/main" id="{F4693DDF-CE9C-148C-2C52-239465DE72E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513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13080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55930"/>
                      </a:lnTo>
                      <a:cubicBezTo>
                        <a:pt x="114300" y="487553"/>
                        <a:pt x="88773" y="513080"/>
                        <a:pt x="57150" y="513080"/>
                      </a:cubicBezTo>
                      <a:cubicBezTo>
                        <a:pt x="25527" y="513080"/>
                        <a:pt x="0" y="487553"/>
                        <a:pt x="0" y="455930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06" name="Group 27">
                <a:extLst>
                  <a:ext uri="{FF2B5EF4-FFF2-40B4-BE49-F238E27FC236}">
                    <a16:creationId xmlns:a16="http://schemas.microsoft.com/office/drawing/2014/main" id="{7CDEB62F-05C9-34CB-6BA2-1EE991EDE8C0}"/>
                  </a:ext>
                </a:extLst>
              </p:cNvPr>
              <p:cNvGrpSpPr/>
              <p:nvPr/>
            </p:nvGrpSpPr>
            <p:grpSpPr>
              <a:xfrm>
                <a:off x="7698505" y="8178435"/>
                <a:ext cx="85725" cy="391220"/>
                <a:chOff x="0" y="0"/>
                <a:chExt cx="114300" cy="521627"/>
              </a:xfrm>
              <a:solidFill>
                <a:srgbClr val="516C4B"/>
              </a:solidFill>
            </p:grpSpPr>
            <p:sp>
              <p:nvSpPr>
                <p:cNvPr id="135" name="Freeform 28">
                  <a:extLst>
                    <a:ext uri="{FF2B5EF4-FFF2-40B4-BE49-F238E27FC236}">
                      <a16:creationId xmlns:a16="http://schemas.microsoft.com/office/drawing/2014/main" id="{8FCCC6F4-4375-47EF-02CC-F11371334ED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5215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21589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64439"/>
                      </a:lnTo>
                      <a:cubicBezTo>
                        <a:pt x="114300" y="496062"/>
                        <a:pt x="88773" y="521589"/>
                        <a:pt x="57150" y="521589"/>
                      </a:cubicBezTo>
                      <a:cubicBezTo>
                        <a:pt x="25527" y="521589"/>
                        <a:pt x="0" y="496062"/>
                        <a:pt x="0" y="464439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07" name="Group 29">
                <a:extLst>
                  <a:ext uri="{FF2B5EF4-FFF2-40B4-BE49-F238E27FC236}">
                    <a16:creationId xmlns:a16="http://schemas.microsoft.com/office/drawing/2014/main" id="{195DB541-24FE-F821-F694-BE14ADE561D0}"/>
                  </a:ext>
                </a:extLst>
              </p:cNvPr>
              <p:cNvGrpSpPr/>
              <p:nvPr/>
            </p:nvGrpSpPr>
            <p:grpSpPr>
              <a:xfrm>
                <a:off x="7884243" y="8220297"/>
                <a:ext cx="85725" cy="307496"/>
                <a:chOff x="0" y="0"/>
                <a:chExt cx="114300" cy="409994"/>
              </a:xfrm>
              <a:solidFill>
                <a:srgbClr val="516C4B"/>
              </a:solidFill>
            </p:grpSpPr>
            <p:sp>
              <p:nvSpPr>
                <p:cNvPr id="134" name="Freeform 30">
                  <a:extLst>
                    <a:ext uri="{FF2B5EF4-FFF2-40B4-BE49-F238E27FC236}">
                      <a16:creationId xmlns:a16="http://schemas.microsoft.com/office/drawing/2014/main" id="{5D10CBF4-E769-2D63-D42E-DC438D64FBB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409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409956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352806"/>
                      </a:lnTo>
                      <a:cubicBezTo>
                        <a:pt x="114300" y="384429"/>
                        <a:pt x="88773" y="409956"/>
                        <a:pt x="57150" y="409956"/>
                      </a:cubicBezTo>
                      <a:cubicBezTo>
                        <a:pt x="25527" y="409956"/>
                        <a:pt x="0" y="384429"/>
                        <a:pt x="0" y="352806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08" name="Group 31">
                <a:extLst>
                  <a:ext uri="{FF2B5EF4-FFF2-40B4-BE49-F238E27FC236}">
                    <a16:creationId xmlns:a16="http://schemas.microsoft.com/office/drawing/2014/main" id="{1C22535C-0791-8B05-A8CE-24536953654D}"/>
                  </a:ext>
                </a:extLst>
              </p:cNvPr>
              <p:cNvGrpSpPr/>
              <p:nvPr/>
            </p:nvGrpSpPr>
            <p:grpSpPr>
              <a:xfrm>
                <a:off x="8069980" y="8294859"/>
                <a:ext cx="85725" cy="158363"/>
                <a:chOff x="0" y="0"/>
                <a:chExt cx="114300" cy="211150"/>
              </a:xfrm>
              <a:solidFill>
                <a:srgbClr val="516C4B"/>
              </a:solidFill>
            </p:grpSpPr>
            <p:sp>
              <p:nvSpPr>
                <p:cNvPr id="133" name="Freeform 32">
                  <a:extLst>
                    <a:ext uri="{FF2B5EF4-FFF2-40B4-BE49-F238E27FC236}">
                      <a16:creationId xmlns:a16="http://schemas.microsoft.com/office/drawing/2014/main" id="{22A84319-F6BF-BE4B-9EE1-2EDAD25FBD8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211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211201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154051"/>
                      </a:lnTo>
                      <a:cubicBezTo>
                        <a:pt x="114300" y="185674"/>
                        <a:pt x="88773" y="211201"/>
                        <a:pt x="57150" y="211201"/>
                      </a:cubicBezTo>
                      <a:cubicBezTo>
                        <a:pt x="25527" y="211201"/>
                        <a:pt x="0" y="185547"/>
                        <a:pt x="0" y="154051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09" name="Group 33">
                <a:extLst>
                  <a:ext uri="{FF2B5EF4-FFF2-40B4-BE49-F238E27FC236}">
                    <a16:creationId xmlns:a16="http://schemas.microsoft.com/office/drawing/2014/main" id="{B05A7D08-565D-D849-8DD3-823C4A7E57D9}"/>
                  </a:ext>
                </a:extLst>
              </p:cNvPr>
              <p:cNvGrpSpPr/>
              <p:nvPr/>
            </p:nvGrpSpPr>
            <p:grpSpPr>
              <a:xfrm>
                <a:off x="8255718" y="8282219"/>
                <a:ext cx="85725" cy="183652"/>
                <a:chOff x="0" y="0"/>
                <a:chExt cx="114300" cy="244869"/>
              </a:xfrm>
              <a:solidFill>
                <a:srgbClr val="516C4B"/>
              </a:solidFill>
            </p:grpSpPr>
            <p:sp>
              <p:nvSpPr>
                <p:cNvPr id="132" name="Freeform 34">
                  <a:extLst>
                    <a:ext uri="{FF2B5EF4-FFF2-40B4-BE49-F238E27FC236}">
                      <a16:creationId xmlns:a16="http://schemas.microsoft.com/office/drawing/2014/main" id="{7D8150DB-44F5-FA6A-25B0-7F0F934E8D8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2448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244856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187706"/>
                      </a:lnTo>
                      <a:cubicBezTo>
                        <a:pt x="114300" y="219329"/>
                        <a:pt x="88773" y="244856"/>
                        <a:pt x="57150" y="244856"/>
                      </a:cubicBezTo>
                      <a:cubicBezTo>
                        <a:pt x="25527" y="244856"/>
                        <a:pt x="0" y="219329"/>
                        <a:pt x="0" y="187706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10" name="Group 35">
                <a:extLst>
                  <a:ext uri="{FF2B5EF4-FFF2-40B4-BE49-F238E27FC236}">
                    <a16:creationId xmlns:a16="http://schemas.microsoft.com/office/drawing/2014/main" id="{DC85A12D-36A3-6A02-5A21-58EEB26CEED6}"/>
                  </a:ext>
                </a:extLst>
              </p:cNvPr>
              <p:cNvGrpSpPr/>
              <p:nvPr/>
            </p:nvGrpSpPr>
            <p:grpSpPr>
              <a:xfrm>
                <a:off x="8441455" y="8211382"/>
                <a:ext cx="85725" cy="325326"/>
                <a:chOff x="0" y="0"/>
                <a:chExt cx="114300" cy="433768"/>
              </a:xfrm>
              <a:solidFill>
                <a:srgbClr val="516C4B"/>
              </a:solidFill>
            </p:grpSpPr>
            <p:sp>
              <p:nvSpPr>
                <p:cNvPr id="131" name="Freeform 36">
                  <a:extLst>
                    <a:ext uri="{FF2B5EF4-FFF2-40B4-BE49-F238E27FC236}">
                      <a16:creationId xmlns:a16="http://schemas.microsoft.com/office/drawing/2014/main" id="{390997AC-8254-36F5-4D5B-5458AA0A274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433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433705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376555"/>
                      </a:lnTo>
                      <a:cubicBezTo>
                        <a:pt x="114300" y="408178"/>
                        <a:pt x="88773" y="433705"/>
                        <a:pt x="57150" y="433705"/>
                      </a:cubicBezTo>
                      <a:cubicBezTo>
                        <a:pt x="25527" y="433705"/>
                        <a:pt x="0" y="408178"/>
                        <a:pt x="0" y="376555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11" name="Group 37">
                <a:extLst>
                  <a:ext uri="{FF2B5EF4-FFF2-40B4-BE49-F238E27FC236}">
                    <a16:creationId xmlns:a16="http://schemas.microsoft.com/office/drawing/2014/main" id="{0247DCA9-641A-D857-F46D-BE30CF7A6235}"/>
                  </a:ext>
                </a:extLst>
              </p:cNvPr>
              <p:cNvGrpSpPr/>
              <p:nvPr/>
            </p:nvGrpSpPr>
            <p:grpSpPr>
              <a:xfrm>
                <a:off x="8627193" y="8175873"/>
                <a:ext cx="85725" cy="396335"/>
                <a:chOff x="0" y="0"/>
                <a:chExt cx="114300" cy="528447"/>
              </a:xfrm>
              <a:solidFill>
                <a:srgbClr val="516C4B"/>
              </a:solidFill>
            </p:grpSpPr>
            <p:sp>
              <p:nvSpPr>
                <p:cNvPr id="130" name="Freeform 38">
                  <a:extLst>
                    <a:ext uri="{FF2B5EF4-FFF2-40B4-BE49-F238E27FC236}">
                      <a16:creationId xmlns:a16="http://schemas.microsoft.com/office/drawing/2014/main" id="{A37D66B3-3549-6751-E277-8C69BC58600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5284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28447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71297"/>
                      </a:lnTo>
                      <a:cubicBezTo>
                        <a:pt x="114300" y="502920"/>
                        <a:pt x="88773" y="528447"/>
                        <a:pt x="57150" y="528447"/>
                      </a:cubicBezTo>
                      <a:cubicBezTo>
                        <a:pt x="25527" y="528447"/>
                        <a:pt x="0" y="502793"/>
                        <a:pt x="0" y="471297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12" name="Group 39">
                <a:extLst>
                  <a:ext uri="{FF2B5EF4-FFF2-40B4-BE49-F238E27FC236}">
                    <a16:creationId xmlns:a16="http://schemas.microsoft.com/office/drawing/2014/main" id="{A4F8746F-F71B-62F2-0FD3-F259AD777802}"/>
                  </a:ext>
                </a:extLst>
              </p:cNvPr>
              <p:cNvGrpSpPr/>
              <p:nvPr/>
            </p:nvGrpSpPr>
            <p:grpSpPr>
              <a:xfrm>
                <a:off x="8812930" y="8186179"/>
                <a:ext cx="85725" cy="375723"/>
                <a:chOff x="0" y="0"/>
                <a:chExt cx="114300" cy="500964"/>
              </a:xfrm>
              <a:solidFill>
                <a:srgbClr val="516C4B"/>
              </a:solidFill>
            </p:grpSpPr>
            <p:sp>
              <p:nvSpPr>
                <p:cNvPr id="129" name="Freeform 40">
                  <a:extLst>
                    <a:ext uri="{FF2B5EF4-FFF2-40B4-BE49-F238E27FC236}">
                      <a16:creationId xmlns:a16="http://schemas.microsoft.com/office/drawing/2014/main" id="{C910F3D4-7F30-DB7D-008A-D45AF3A9430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501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01015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43865"/>
                      </a:lnTo>
                      <a:cubicBezTo>
                        <a:pt x="114300" y="475488"/>
                        <a:pt x="88773" y="501015"/>
                        <a:pt x="57150" y="501015"/>
                      </a:cubicBezTo>
                      <a:cubicBezTo>
                        <a:pt x="25527" y="501015"/>
                        <a:pt x="0" y="475361"/>
                        <a:pt x="0" y="443865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13" name="Group 41">
                <a:extLst>
                  <a:ext uri="{FF2B5EF4-FFF2-40B4-BE49-F238E27FC236}">
                    <a16:creationId xmlns:a16="http://schemas.microsoft.com/office/drawing/2014/main" id="{1C2B82C2-DC47-C92B-4D92-2AE21734E373}"/>
                  </a:ext>
                </a:extLst>
              </p:cNvPr>
              <p:cNvGrpSpPr/>
              <p:nvPr/>
            </p:nvGrpSpPr>
            <p:grpSpPr>
              <a:xfrm>
                <a:off x="8998668" y="8239252"/>
                <a:ext cx="85725" cy="269576"/>
                <a:chOff x="0" y="0"/>
                <a:chExt cx="114300" cy="359435"/>
              </a:xfrm>
              <a:solidFill>
                <a:srgbClr val="516C4B"/>
              </a:solidFill>
            </p:grpSpPr>
            <p:sp>
              <p:nvSpPr>
                <p:cNvPr id="128" name="Freeform 42">
                  <a:extLst>
                    <a:ext uri="{FF2B5EF4-FFF2-40B4-BE49-F238E27FC236}">
                      <a16:creationId xmlns:a16="http://schemas.microsoft.com/office/drawing/2014/main" id="{0FA1CC51-27B1-432E-C0DB-6BF4C6BF194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359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359410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302260"/>
                      </a:lnTo>
                      <a:cubicBezTo>
                        <a:pt x="114300" y="333883"/>
                        <a:pt x="88773" y="359410"/>
                        <a:pt x="57150" y="359410"/>
                      </a:cubicBezTo>
                      <a:cubicBezTo>
                        <a:pt x="25527" y="359410"/>
                        <a:pt x="0" y="333883"/>
                        <a:pt x="0" y="302260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14" name="Group 43">
                <a:extLst>
                  <a:ext uri="{FF2B5EF4-FFF2-40B4-BE49-F238E27FC236}">
                    <a16:creationId xmlns:a16="http://schemas.microsoft.com/office/drawing/2014/main" id="{3520DA27-7B23-17B9-F297-83C02F8C2BD2}"/>
                  </a:ext>
                </a:extLst>
              </p:cNvPr>
              <p:cNvGrpSpPr/>
              <p:nvPr/>
            </p:nvGrpSpPr>
            <p:grpSpPr>
              <a:xfrm>
                <a:off x="9184405" y="8319433"/>
                <a:ext cx="85725" cy="109205"/>
                <a:chOff x="0" y="0"/>
                <a:chExt cx="114300" cy="145606"/>
              </a:xfrm>
              <a:solidFill>
                <a:srgbClr val="516C4B"/>
              </a:solidFill>
            </p:grpSpPr>
            <p:sp>
              <p:nvSpPr>
                <p:cNvPr id="127" name="Freeform 44">
                  <a:extLst>
                    <a:ext uri="{FF2B5EF4-FFF2-40B4-BE49-F238E27FC236}">
                      <a16:creationId xmlns:a16="http://schemas.microsoft.com/office/drawing/2014/main" id="{D5D2BA99-2864-7415-0C13-8F989DA9B8E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145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45669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88519"/>
                      </a:lnTo>
                      <a:cubicBezTo>
                        <a:pt x="114300" y="120142"/>
                        <a:pt x="88773" y="145669"/>
                        <a:pt x="57150" y="145669"/>
                      </a:cubicBezTo>
                      <a:cubicBezTo>
                        <a:pt x="25527" y="145669"/>
                        <a:pt x="0" y="120015"/>
                        <a:pt x="0" y="88519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15" name="Group 45">
                <a:extLst>
                  <a:ext uri="{FF2B5EF4-FFF2-40B4-BE49-F238E27FC236}">
                    <a16:creationId xmlns:a16="http://schemas.microsoft.com/office/drawing/2014/main" id="{EBF94624-B3F4-3064-937E-0A03F8A88598}"/>
                  </a:ext>
                </a:extLst>
              </p:cNvPr>
              <p:cNvGrpSpPr/>
              <p:nvPr/>
            </p:nvGrpSpPr>
            <p:grpSpPr>
              <a:xfrm>
                <a:off x="9370143" y="8259274"/>
                <a:ext cx="85725" cy="229543"/>
                <a:chOff x="0" y="0"/>
                <a:chExt cx="114300" cy="306057"/>
              </a:xfrm>
              <a:solidFill>
                <a:srgbClr val="516C4B"/>
              </a:solidFill>
            </p:grpSpPr>
            <p:sp>
              <p:nvSpPr>
                <p:cNvPr id="126" name="Freeform 46">
                  <a:extLst>
                    <a:ext uri="{FF2B5EF4-FFF2-40B4-BE49-F238E27FC236}">
                      <a16:creationId xmlns:a16="http://schemas.microsoft.com/office/drawing/2014/main" id="{91F89341-B45F-7F50-0D46-0154E15483A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306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306070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248920"/>
                      </a:lnTo>
                      <a:cubicBezTo>
                        <a:pt x="114300" y="280543"/>
                        <a:pt x="88773" y="306070"/>
                        <a:pt x="57150" y="306070"/>
                      </a:cubicBezTo>
                      <a:cubicBezTo>
                        <a:pt x="25527" y="306070"/>
                        <a:pt x="0" y="280416"/>
                        <a:pt x="0" y="248920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16" name="Group 47">
                <a:extLst>
                  <a:ext uri="{FF2B5EF4-FFF2-40B4-BE49-F238E27FC236}">
                    <a16:creationId xmlns:a16="http://schemas.microsoft.com/office/drawing/2014/main" id="{AFD69790-34C9-4DAA-CC76-4D6787CE7FA2}"/>
                  </a:ext>
                </a:extLst>
              </p:cNvPr>
              <p:cNvGrpSpPr/>
              <p:nvPr/>
            </p:nvGrpSpPr>
            <p:grpSpPr>
              <a:xfrm>
                <a:off x="9555880" y="8196828"/>
                <a:ext cx="85725" cy="354416"/>
                <a:chOff x="0" y="0"/>
                <a:chExt cx="114300" cy="472554"/>
              </a:xfrm>
              <a:solidFill>
                <a:srgbClr val="516C4B"/>
              </a:solidFill>
            </p:grpSpPr>
            <p:sp>
              <p:nvSpPr>
                <p:cNvPr id="125" name="Freeform 48">
                  <a:extLst>
                    <a:ext uri="{FF2B5EF4-FFF2-40B4-BE49-F238E27FC236}">
                      <a16:creationId xmlns:a16="http://schemas.microsoft.com/office/drawing/2014/main" id="{FB5908B9-938A-D69D-5164-07F513F22F8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472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472567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15417"/>
                      </a:lnTo>
                      <a:cubicBezTo>
                        <a:pt x="114300" y="447040"/>
                        <a:pt x="88773" y="472567"/>
                        <a:pt x="57150" y="472567"/>
                      </a:cubicBezTo>
                      <a:cubicBezTo>
                        <a:pt x="25527" y="472567"/>
                        <a:pt x="0" y="446913"/>
                        <a:pt x="0" y="415417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17" name="Group 49">
                <a:extLst>
                  <a:ext uri="{FF2B5EF4-FFF2-40B4-BE49-F238E27FC236}">
                    <a16:creationId xmlns:a16="http://schemas.microsoft.com/office/drawing/2014/main" id="{E82B7E46-5A61-BF83-4662-29D766F646B3}"/>
                  </a:ext>
                </a:extLst>
              </p:cNvPr>
              <p:cNvGrpSpPr/>
              <p:nvPr/>
            </p:nvGrpSpPr>
            <p:grpSpPr>
              <a:xfrm>
                <a:off x="9741618" y="8174015"/>
                <a:ext cx="85725" cy="400050"/>
                <a:chOff x="0" y="0"/>
                <a:chExt cx="114300" cy="533400"/>
              </a:xfrm>
              <a:solidFill>
                <a:srgbClr val="516C4B"/>
              </a:solidFill>
            </p:grpSpPr>
            <p:sp>
              <p:nvSpPr>
                <p:cNvPr id="124" name="Freeform 50">
                  <a:extLst>
                    <a:ext uri="{FF2B5EF4-FFF2-40B4-BE49-F238E27FC236}">
                      <a16:creationId xmlns:a16="http://schemas.microsoft.com/office/drawing/2014/main" id="{5E6CB598-26B7-248C-1913-BF7025D20D0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53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533400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76250"/>
                      </a:lnTo>
                      <a:cubicBezTo>
                        <a:pt x="114300" y="507746"/>
                        <a:pt x="88773" y="533400"/>
                        <a:pt x="57150" y="533400"/>
                      </a:cubicBezTo>
                      <a:cubicBezTo>
                        <a:pt x="25527" y="533400"/>
                        <a:pt x="0" y="507746"/>
                        <a:pt x="0" y="476250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18" name="Group 51">
                <a:extLst>
                  <a:ext uri="{FF2B5EF4-FFF2-40B4-BE49-F238E27FC236}">
                    <a16:creationId xmlns:a16="http://schemas.microsoft.com/office/drawing/2014/main" id="{2126C200-C920-A5E9-6C3D-7961FB8E8FCF}"/>
                  </a:ext>
                </a:extLst>
              </p:cNvPr>
              <p:cNvGrpSpPr/>
              <p:nvPr/>
            </p:nvGrpSpPr>
            <p:grpSpPr>
              <a:xfrm>
                <a:off x="9927355" y="8197561"/>
                <a:ext cx="85725" cy="352968"/>
                <a:chOff x="0" y="0"/>
                <a:chExt cx="114300" cy="470624"/>
              </a:xfrm>
              <a:solidFill>
                <a:srgbClr val="516C4B"/>
              </a:solidFill>
            </p:grpSpPr>
            <p:sp>
              <p:nvSpPr>
                <p:cNvPr id="123" name="Freeform 52">
                  <a:extLst>
                    <a:ext uri="{FF2B5EF4-FFF2-40B4-BE49-F238E27FC236}">
                      <a16:creationId xmlns:a16="http://schemas.microsoft.com/office/drawing/2014/main" id="{3193297A-82A3-87C3-14D7-632470D8D08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4706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470662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413512"/>
                      </a:lnTo>
                      <a:cubicBezTo>
                        <a:pt x="114300" y="445135"/>
                        <a:pt x="88773" y="470662"/>
                        <a:pt x="57150" y="470662"/>
                      </a:cubicBezTo>
                      <a:cubicBezTo>
                        <a:pt x="25527" y="470662"/>
                        <a:pt x="0" y="445008"/>
                        <a:pt x="0" y="413512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19" name="Group 53">
                <a:extLst>
                  <a:ext uri="{FF2B5EF4-FFF2-40B4-BE49-F238E27FC236}">
                    <a16:creationId xmlns:a16="http://schemas.microsoft.com/office/drawing/2014/main" id="{DFBAA383-A6E9-DF2B-8344-60ABC1E3D6D8}"/>
                  </a:ext>
                </a:extLst>
              </p:cNvPr>
              <p:cNvGrpSpPr/>
              <p:nvPr/>
            </p:nvGrpSpPr>
            <p:grpSpPr>
              <a:xfrm>
                <a:off x="10113093" y="8260512"/>
                <a:ext cx="85725" cy="227057"/>
                <a:chOff x="0" y="0"/>
                <a:chExt cx="114300" cy="302743"/>
              </a:xfrm>
              <a:solidFill>
                <a:srgbClr val="516C4B"/>
              </a:solidFill>
            </p:grpSpPr>
            <p:sp>
              <p:nvSpPr>
                <p:cNvPr id="122" name="Freeform 54">
                  <a:extLst>
                    <a:ext uri="{FF2B5EF4-FFF2-40B4-BE49-F238E27FC236}">
                      <a16:creationId xmlns:a16="http://schemas.microsoft.com/office/drawing/2014/main" id="{A3C64D0E-1BD5-5F72-1B27-1A033BF0FB2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302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302768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245618"/>
                      </a:lnTo>
                      <a:cubicBezTo>
                        <a:pt x="114300" y="277241"/>
                        <a:pt x="88773" y="302768"/>
                        <a:pt x="57150" y="302768"/>
                      </a:cubicBezTo>
                      <a:cubicBezTo>
                        <a:pt x="25527" y="302768"/>
                        <a:pt x="0" y="277114"/>
                        <a:pt x="0" y="245618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20" name="Group 55">
                <a:extLst>
                  <a:ext uri="{FF2B5EF4-FFF2-40B4-BE49-F238E27FC236}">
                    <a16:creationId xmlns:a16="http://schemas.microsoft.com/office/drawing/2014/main" id="{4E3C8A77-6616-24E8-C427-C2E2323E1D02}"/>
                  </a:ext>
                </a:extLst>
              </p:cNvPr>
              <p:cNvGrpSpPr/>
              <p:nvPr/>
            </p:nvGrpSpPr>
            <p:grpSpPr>
              <a:xfrm>
                <a:off x="10298830" y="8318052"/>
                <a:ext cx="85725" cy="111986"/>
                <a:chOff x="0" y="0"/>
                <a:chExt cx="114300" cy="149314"/>
              </a:xfrm>
              <a:solidFill>
                <a:srgbClr val="516C4B"/>
              </a:solidFill>
            </p:grpSpPr>
            <p:sp>
              <p:nvSpPr>
                <p:cNvPr id="121" name="Freeform 56">
                  <a:extLst>
                    <a:ext uri="{FF2B5EF4-FFF2-40B4-BE49-F238E27FC236}">
                      <a16:creationId xmlns:a16="http://schemas.microsoft.com/office/drawing/2014/main" id="{FDF6C1EB-3B9D-3AB8-B2AE-772BFBC630E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" cy="149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49352">
                      <a:moveTo>
                        <a:pt x="0" y="57150"/>
                      </a:moveTo>
                      <a:cubicBezTo>
                        <a:pt x="0" y="25527"/>
                        <a:pt x="25527" y="0"/>
                        <a:pt x="57150" y="0"/>
                      </a:cubicBezTo>
                      <a:cubicBezTo>
                        <a:pt x="88773" y="0"/>
                        <a:pt x="114300" y="25527"/>
                        <a:pt x="114300" y="57150"/>
                      </a:cubicBezTo>
                      <a:lnTo>
                        <a:pt x="114300" y="92202"/>
                      </a:lnTo>
                      <a:cubicBezTo>
                        <a:pt x="114300" y="123825"/>
                        <a:pt x="88773" y="149352"/>
                        <a:pt x="57150" y="149352"/>
                      </a:cubicBezTo>
                      <a:cubicBezTo>
                        <a:pt x="25527" y="149352"/>
                        <a:pt x="0" y="123698"/>
                        <a:pt x="0" y="92202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ru-RU"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Полилиния: фигура 364">
            <a:extLst>
              <a:ext uri="{FF2B5EF4-FFF2-40B4-BE49-F238E27FC236}">
                <a16:creationId xmlns:a16="http://schemas.microsoft.com/office/drawing/2014/main" id="{F5F8F2D4-CF23-305E-CE9A-4567822579FC}"/>
              </a:ext>
            </a:extLst>
          </p:cNvPr>
          <p:cNvSpPr/>
          <p:nvPr/>
        </p:nvSpPr>
        <p:spPr>
          <a:xfrm>
            <a:off x="3326524" y="4786723"/>
            <a:ext cx="10263352" cy="2008407"/>
          </a:xfrm>
          <a:custGeom>
            <a:avLst/>
            <a:gdLst>
              <a:gd name="csX0" fmla="*/ 0 w 10263352"/>
              <a:gd name="csY0" fmla="*/ 1456422 h 2008407"/>
              <a:gd name="csX1" fmla="*/ 1876097 w 10263352"/>
              <a:gd name="csY1" fmla="*/ 1929387 h 2008407"/>
              <a:gd name="csX2" fmla="*/ 5990897 w 10263352"/>
              <a:gd name="csY2" fmla="*/ 5994 h 2008407"/>
              <a:gd name="csX3" fmla="*/ 10263352 w 10263352"/>
              <a:gd name="csY3" fmla="*/ 1330298 h 20084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263352" h="2008407">
                <a:moveTo>
                  <a:pt x="0" y="1456422"/>
                </a:moveTo>
                <a:cubicBezTo>
                  <a:pt x="438807" y="1813773"/>
                  <a:pt x="877614" y="2171125"/>
                  <a:pt x="1876097" y="1929387"/>
                </a:cubicBezTo>
                <a:cubicBezTo>
                  <a:pt x="2874580" y="1687649"/>
                  <a:pt x="4593021" y="105842"/>
                  <a:pt x="5990897" y="5994"/>
                </a:cubicBezTo>
                <a:cubicBezTo>
                  <a:pt x="7388773" y="-93854"/>
                  <a:pt x="9514490" y="1083305"/>
                  <a:pt x="10263352" y="1330298"/>
                </a:cubicBezTo>
              </a:path>
            </a:pathLst>
          </a:custGeom>
          <a:noFill/>
          <a:ln>
            <a:solidFill>
              <a:srgbClr val="516C4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2"/>
          <p:cNvSpPr txBox="1"/>
          <p:nvPr/>
        </p:nvSpPr>
        <p:spPr>
          <a:xfrm>
            <a:off x="977265" y="683895"/>
            <a:ext cx="56007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27242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05965" y="712470"/>
            <a:ext cx="10389870" cy="17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dirty="0">
                <a:solidFill>
                  <a:srgbClr val="27242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ТЕХНИЧЕСКАЯ РЕАЛИЗАЦИЯ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1559" y="1398393"/>
            <a:ext cx="7480935" cy="6579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65"/>
              </a:lnSpc>
            </a:pPr>
            <a:r>
              <a:rPr lang="en-US" sz="4387" b="1" spc="-157" dirty="0">
                <a:solidFill>
                  <a:srgbClr val="272424"/>
                </a:solidFill>
                <a:latin typeface="Arial Black" panose="020B0A04020102020204" pitchFamily="34" charset="0"/>
                <a:ea typeface="Helvetica World Bold"/>
                <a:cs typeface="Helvetica World Bold"/>
                <a:sym typeface="Helvetica World Bold"/>
              </a:rPr>
              <a:t>Путь от видео к </a:t>
            </a:r>
            <a:r>
              <a:rPr lang="en-US" sz="4387" b="1" i="1" spc="-157" dirty="0">
                <a:solidFill>
                  <a:srgbClr val="272424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смыслу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77265" y="2341245"/>
            <a:ext cx="1210437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137" i="1" spc="-76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Архитектура собирает лекцию в поисковую структуру.</a:t>
            </a:r>
          </a:p>
        </p:txBody>
      </p:sp>
      <p:grpSp>
        <p:nvGrpSpPr>
          <p:cNvPr id="140" name="Group 140"/>
          <p:cNvGrpSpPr/>
          <p:nvPr/>
        </p:nvGrpSpPr>
        <p:grpSpPr>
          <a:xfrm>
            <a:off x="992981" y="4050506"/>
            <a:ext cx="3386138" cy="2157412"/>
            <a:chOff x="0" y="0"/>
            <a:chExt cx="4514850" cy="2876550"/>
          </a:xfrm>
          <a:solidFill>
            <a:srgbClr val="516C4B"/>
          </a:solidFill>
        </p:grpSpPr>
        <p:sp>
          <p:nvSpPr>
            <p:cNvPr id="141" name="Freeform 141"/>
            <p:cNvSpPr/>
            <p:nvPr/>
          </p:nvSpPr>
          <p:spPr>
            <a:xfrm>
              <a:off x="0" y="0"/>
              <a:ext cx="4514850" cy="2876550"/>
            </a:xfrm>
            <a:custGeom>
              <a:avLst/>
              <a:gdLst/>
              <a:ahLst/>
              <a:cxnLst/>
              <a:rect l="l" t="t" r="r" b="b"/>
              <a:pathLst>
                <a:path w="4514850" h="2876550">
                  <a:moveTo>
                    <a:pt x="0" y="153416"/>
                  </a:moveTo>
                  <a:cubicBezTo>
                    <a:pt x="0" y="68707"/>
                    <a:pt x="68707" y="0"/>
                    <a:pt x="153416" y="0"/>
                  </a:cubicBezTo>
                  <a:lnTo>
                    <a:pt x="4361434" y="0"/>
                  </a:lnTo>
                  <a:cubicBezTo>
                    <a:pt x="4446143" y="0"/>
                    <a:pt x="4514850" y="68707"/>
                    <a:pt x="4514850" y="153416"/>
                  </a:cubicBezTo>
                  <a:lnTo>
                    <a:pt x="4514850" y="2723134"/>
                  </a:lnTo>
                  <a:cubicBezTo>
                    <a:pt x="4514850" y="2807843"/>
                    <a:pt x="4446143" y="2876550"/>
                    <a:pt x="4361434" y="2876550"/>
                  </a:cubicBezTo>
                  <a:lnTo>
                    <a:pt x="153416" y="2876550"/>
                  </a:lnTo>
                  <a:cubicBezTo>
                    <a:pt x="68707" y="2876550"/>
                    <a:pt x="0" y="2807843"/>
                    <a:pt x="0" y="2723134"/>
                  </a:cubicBezTo>
                  <a:close/>
                </a:path>
              </a:pathLst>
            </a:custGeom>
            <a:grpFill/>
            <a:ln w="14288" cap="sq">
              <a:solidFill>
                <a:srgbClr val="5E7D68"/>
              </a:solidFill>
              <a:prstDash val="solid"/>
              <a:miter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42" name="TextBox 142"/>
          <p:cNvSpPr txBox="1"/>
          <p:nvPr/>
        </p:nvSpPr>
        <p:spPr>
          <a:xfrm>
            <a:off x="4172189" y="5888037"/>
            <a:ext cx="327660" cy="1918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ru-RU" sz="1299" dirty="0">
                <a:solidFill>
                  <a:srgbClr val="27242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</a:t>
            </a:r>
            <a:endParaRPr lang="en-US" sz="1299" dirty="0">
              <a:solidFill>
                <a:srgbClr val="272424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143" name="TextBox 143"/>
          <p:cNvSpPr txBox="1"/>
          <p:nvPr/>
        </p:nvSpPr>
        <p:spPr>
          <a:xfrm>
            <a:off x="1348740" y="4498037"/>
            <a:ext cx="2674620" cy="23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dirty="0">
                <a:solidFill>
                  <a:srgbClr val="272424"/>
                </a:solidFill>
                <a:latin typeface="Arial Black" panose="020B0A04020102020204" pitchFamily="34" charset="0"/>
                <a:ea typeface="Helvetica World"/>
                <a:cs typeface="Times New Roman" panose="02020603050405020304" pitchFamily="18" charset="0"/>
                <a:sym typeface="Helvetica World"/>
              </a:rPr>
              <a:t>ВХОД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1286335" y="5040279"/>
            <a:ext cx="2788920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i="1" dirty="0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FFmpeg</a:t>
            </a:r>
          </a:p>
          <a:p>
            <a:pPr algn="ctr">
              <a:lnSpc>
                <a:spcPts val="2160"/>
              </a:lnSpc>
            </a:pPr>
            <a:r>
              <a:rPr lang="en-US" sz="2000" i="1" dirty="0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Silero VAD</a:t>
            </a:r>
          </a:p>
        </p:txBody>
      </p:sp>
      <p:grpSp>
        <p:nvGrpSpPr>
          <p:cNvPr id="145" name="Group 145"/>
          <p:cNvGrpSpPr/>
          <p:nvPr/>
        </p:nvGrpSpPr>
        <p:grpSpPr>
          <a:xfrm>
            <a:off x="5136356" y="4898595"/>
            <a:ext cx="3386138" cy="2157412"/>
            <a:chOff x="0" y="0"/>
            <a:chExt cx="4514850" cy="2876550"/>
          </a:xfrm>
          <a:solidFill>
            <a:srgbClr val="516C4B"/>
          </a:solidFill>
        </p:grpSpPr>
        <p:sp>
          <p:nvSpPr>
            <p:cNvPr id="146" name="Freeform 146"/>
            <p:cNvSpPr/>
            <p:nvPr/>
          </p:nvSpPr>
          <p:spPr>
            <a:xfrm>
              <a:off x="0" y="0"/>
              <a:ext cx="4514850" cy="2876550"/>
            </a:xfrm>
            <a:custGeom>
              <a:avLst/>
              <a:gdLst/>
              <a:ahLst/>
              <a:cxnLst/>
              <a:rect l="l" t="t" r="r" b="b"/>
              <a:pathLst>
                <a:path w="4514850" h="2876550">
                  <a:moveTo>
                    <a:pt x="0" y="153416"/>
                  </a:moveTo>
                  <a:cubicBezTo>
                    <a:pt x="0" y="68707"/>
                    <a:pt x="68707" y="0"/>
                    <a:pt x="153416" y="0"/>
                  </a:cubicBezTo>
                  <a:lnTo>
                    <a:pt x="4361434" y="0"/>
                  </a:lnTo>
                  <a:cubicBezTo>
                    <a:pt x="4446143" y="0"/>
                    <a:pt x="4514850" y="68707"/>
                    <a:pt x="4514850" y="153416"/>
                  </a:cubicBezTo>
                  <a:lnTo>
                    <a:pt x="4514850" y="2723134"/>
                  </a:lnTo>
                  <a:cubicBezTo>
                    <a:pt x="4514850" y="2807843"/>
                    <a:pt x="4446143" y="2876550"/>
                    <a:pt x="4361434" y="2876550"/>
                  </a:cubicBezTo>
                  <a:lnTo>
                    <a:pt x="153416" y="2876550"/>
                  </a:lnTo>
                  <a:cubicBezTo>
                    <a:pt x="68707" y="2876550"/>
                    <a:pt x="0" y="2807843"/>
                    <a:pt x="0" y="2723134"/>
                  </a:cubicBezTo>
                  <a:close/>
                </a:path>
              </a:pathLst>
            </a:custGeom>
            <a:grpFill/>
            <a:ln w="14288" cap="sq">
              <a:solidFill>
                <a:srgbClr val="D8F15C"/>
              </a:solidFill>
              <a:prstDash val="solid"/>
              <a:miter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47" name="TextBox 147"/>
          <p:cNvSpPr txBox="1"/>
          <p:nvPr/>
        </p:nvSpPr>
        <p:spPr>
          <a:xfrm>
            <a:off x="8281400" y="6779645"/>
            <a:ext cx="183579" cy="199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dirty="0">
                <a:solidFill>
                  <a:srgbClr val="27242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5516013" y="5399412"/>
            <a:ext cx="2674620" cy="23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dirty="0">
                <a:solidFill>
                  <a:srgbClr val="272424"/>
                </a:solidFill>
                <a:latin typeface="Arial Black" panose="020B0A04020102020204" pitchFamily="34" charset="0"/>
                <a:ea typeface="Helvetica World"/>
                <a:cs typeface="Times New Roman" panose="02020603050405020304" pitchFamily="18" charset="0"/>
                <a:sym typeface="Helvetica World"/>
              </a:rPr>
              <a:t>РЕЧЬ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5434965" y="5808922"/>
            <a:ext cx="2788920" cy="772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70"/>
              </a:lnSpc>
            </a:pPr>
            <a:r>
              <a:rPr lang="en-US" sz="2000" i="1" dirty="0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GigaAM · русский</a:t>
            </a:r>
          </a:p>
          <a:p>
            <a:pPr algn="ctr">
              <a:lnSpc>
                <a:spcPts val="1970"/>
              </a:lnSpc>
            </a:pPr>
            <a:r>
              <a:rPr lang="en-US" sz="2000" i="1" dirty="0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faster-whisper · другие языки</a:t>
            </a:r>
          </a:p>
        </p:txBody>
      </p:sp>
      <p:grpSp>
        <p:nvGrpSpPr>
          <p:cNvPr id="150" name="Group 150"/>
          <p:cNvGrpSpPr/>
          <p:nvPr/>
        </p:nvGrpSpPr>
        <p:grpSpPr>
          <a:xfrm>
            <a:off x="9279731" y="4050506"/>
            <a:ext cx="3386138" cy="2157412"/>
            <a:chOff x="0" y="0"/>
            <a:chExt cx="4514850" cy="2876550"/>
          </a:xfrm>
          <a:solidFill>
            <a:srgbClr val="516C4B"/>
          </a:solidFill>
        </p:grpSpPr>
        <p:sp>
          <p:nvSpPr>
            <p:cNvPr id="151" name="Freeform 151"/>
            <p:cNvSpPr/>
            <p:nvPr/>
          </p:nvSpPr>
          <p:spPr>
            <a:xfrm>
              <a:off x="0" y="0"/>
              <a:ext cx="4514850" cy="2876550"/>
            </a:xfrm>
            <a:custGeom>
              <a:avLst/>
              <a:gdLst/>
              <a:ahLst/>
              <a:cxnLst/>
              <a:rect l="l" t="t" r="r" b="b"/>
              <a:pathLst>
                <a:path w="4514850" h="2876550">
                  <a:moveTo>
                    <a:pt x="0" y="153416"/>
                  </a:moveTo>
                  <a:cubicBezTo>
                    <a:pt x="0" y="68707"/>
                    <a:pt x="68707" y="0"/>
                    <a:pt x="153416" y="0"/>
                  </a:cubicBezTo>
                  <a:lnTo>
                    <a:pt x="4361434" y="0"/>
                  </a:lnTo>
                  <a:cubicBezTo>
                    <a:pt x="4446143" y="0"/>
                    <a:pt x="4514850" y="68707"/>
                    <a:pt x="4514850" y="153416"/>
                  </a:cubicBezTo>
                  <a:lnTo>
                    <a:pt x="4514850" y="2723134"/>
                  </a:lnTo>
                  <a:cubicBezTo>
                    <a:pt x="4514850" y="2807843"/>
                    <a:pt x="4446143" y="2876550"/>
                    <a:pt x="4361434" y="2876550"/>
                  </a:cubicBezTo>
                  <a:lnTo>
                    <a:pt x="153416" y="2876550"/>
                  </a:lnTo>
                  <a:cubicBezTo>
                    <a:pt x="68707" y="2876550"/>
                    <a:pt x="0" y="2807843"/>
                    <a:pt x="0" y="2723134"/>
                  </a:cubicBezTo>
                  <a:close/>
                </a:path>
              </a:pathLst>
            </a:custGeom>
            <a:grpFill/>
            <a:ln w="14288" cap="sq">
              <a:solidFill>
                <a:srgbClr val="5E7D68"/>
              </a:solidFill>
              <a:prstDash val="solid"/>
              <a:miter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52" name="TextBox 152"/>
          <p:cNvSpPr txBox="1"/>
          <p:nvPr/>
        </p:nvSpPr>
        <p:spPr>
          <a:xfrm>
            <a:off x="12485743" y="5952347"/>
            <a:ext cx="183579" cy="199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dirty="0">
                <a:solidFill>
                  <a:srgbClr val="27242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10581175" y="4583816"/>
            <a:ext cx="2674620" cy="23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dirty="0">
                <a:solidFill>
                  <a:srgbClr val="272424"/>
                </a:solidFill>
                <a:latin typeface="Arial Black" panose="020B0A04020102020204" pitchFamily="34" charset="0"/>
                <a:ea typeface="Helvetica World"/>
                <a:cs typeface="Times New Roman" panose="02020603050405020304" pitchFamily="18" charset="0"/>
                <a:sym typeface="Helvetica World"/>
              </a:rPr>
              <a:t>ИНДЕКС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9508578" y="5104194"/>
            <a:ext cx="2928443" cy="659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3"/>
              </a:lnSpc>
            </a:pPr>
            <a:r>
              <a:rPr lang="en-US" sz="2000" i="1" dirty="0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Fast Embed</a:t>
            </a:r>
          </a:p>
          <a:p>
            <a:pPr algn="ctr">
              <a:lnSpc>
                <a:spcPts val="1673"/>
              </a:lnSpc>
            </a:pPr>
            <a:r>
              <a:rPr lang="en-US" sz="2000" i="1" dirty="0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paraphrase-multilingual-</a:t>
            </a:r>
          </a:p>
          <a:p>
            <a:pPr algn="ctr">
              <a:lnSpc>
                <a:spcPts val="1673"/>
              </a:lnSpc>
            </a:pPr>
            <a:r>
              <a:rPr lang="en-US" sz="2000" i="1" dirty="0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MiniLM-L12-v2</a:t>
            </a:r>
          </a:p>
        </p:txBody>
      </p:sp>
      <p:grpSp>
        <p:nvGrpSpPr>
          <p:cNvPr id="155" name="Group 155"/>
          <p:cNvGrpSpPr/>
          <p:nvPr/>
        </p:nvGrpSpPr>
        <p:grpSpPr>
          <a:xfrm>
            <a:off x="13423106" y="4822031"/>
            <a:ext cx="3386138" cy="2157412"/>
            <a:chOff x="0" y="0"/>
            <a:chExt cx="4514850" cy="2876550"/>
          </a:xfrm>
          <a:solidFill>
            <a:srgbClr val="516C4B"/>
          </a:solidFill>
        </p:grpSpPr>
        <p:sp>
          <p:nvSpPr>
            <p:cNvPr id="156" name="Freeform 156"/>
            <p:cNvSpPr/>
            <p:nvPr/>
          </p:nvSpPr>
          <p:spPr>
            <a:xfrm>
              <a:off x="0" y="0"/>
              <a:ext cx="4514850" cy="2876550"/>
            </a:xfrm>
            <a:custGeom>
              <a:avLst/>
              <a:gdLst/>
              <a:ahLst/>
              <a:cxnLst/>
              <a:rect l="l" t="t" r="r" b="b"/>
              <a:pathLst>
                <a:path w="4514850" h="2876550">
                  <a:moveTo>
                    <a:pt x="0" y="153416"/>
                  </a:moveTo>
                  <a:cubicBezTo>
                    <a:pt x="0" y="68707"/>
                    <a:pt x="68707" y="0"/>
                    <a:pt x="153416" y="0"/>
                  </a:cubicBezTo>
                  <a:lnTo>
                    <a:pt x="4361434" y="0"/>
                  </a:lnTo>
                  <a:cubicBezTo>
                    <a:pt x="4446143" y="0"/>
                    <a:pt x="4514850" y="68707"/>
                    <a:pt x="4514850" y="153416"/>
                  </a:cubicBezTo>
                  <a:lnTo>
                    <a:pt x="4514850" y="2723134"/>
                  </a:lnTo>
                  <a:cubicBezTo>
                    <a:pt x="4514850" y="2807843"/>
                    <a:pt x="4446143" y="2876550"/>
                    <a:pt x="4361434" y="2876550"/>
                  </a:cubicBezTo>
                  <a:lnTo>
                    <a:pt x="153416" y="2876550"/>
                  </a:lnTo>
                  <a:cubicBezTo>
                    <a:pt x="68707" y="2876550"/>
                    <a:pt x="0" y="2807843"/>
                    <a:pt x="0" y="2723134"/>
                  </a:cubicBezTo>
                  <a:close/>
                </a:path>
              </a:pathLst>
            </a:custGeom>
            <a:grpFill/>
            <a:ln w="14288" cap="sq">
              <a:solidFill>
                <a:srgbClr val="5E7D68"/>
              </a:solidFill>
              <a:prstDash val="solid"/>
              <a:miter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57" name="TextBox 157"/>
          <p:cNvSpPr txBox="1"/>
          <p:nvPr/>
        </p:nvSpPr>
        <p:spPr>
          <a:xfrm>
            <a:off x="16625665" y="6767100"/>
            <a:ext cx="183579" cy="199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dirty="0">
                <a:solidFill>
                  <a:srgbClr val="27242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13836015" y="5467152"/>
            <a:ext cx="2674620" cy="23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dirty="0">
                <a:solidFill>
                  <a:srgbClr val="272424"/>
                </a:solidFill>
                <a:latin typeface="Arial Black" panose="020B0A04020102020204" pitchFamily="34" charset="0"/>
                <a:ea typeface="Helvetica World"/>
                <a:cs typeface="Times New Roman" panose="02020603050405020304" pitchFamily="18" charset="0"/>
                <a:sym typeface="Helvetica World"/>
              </a:rPr>
              <a:t>СЕРВИС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13750096" y="5946741"/>
            <a:ext cx="2788920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i="1" dirty="0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FastAPI</a:t>
            </a:r>
          </a:p>
          <a:p>
            <a:pPr algn="ctr">
              <a:lnSpc>
                <a:spcPts val="2160"/>
              </a:lnSpc>
            </a:pPr>
            <a:r>
              <a:rPr lang="en-US" sz="2000" i="1" dirty="0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SQLite</a:t>
            </a:r>
          </a:p>
        </p:txBody>
      </p:sp>
      <p:grpSp>
        <p:nvGrpSpPr>
          <p:cNvPr id="160" name="Group 160"/>
          <p:cNvGrpSpPr/>
          <p:nvPr/>
        </p:nvGrpSpPr>
        <p:grpSpPr>
          <a:xfrm>
            <a:off x="977264" y="8027670"/>
            <a:ext cx="15001875" cy="1602105"/>
            <a:chOff x="121919" y="25371"/>
            <a:chExt cx="20002500" cy="1524000"/>
          </a:xfrm>
        </p:grpSpPr>
        <p:sp>
          <p:nvSpPr>
            <p:cNvPr id="161" name="Freeform 161"/>
            <p:cNvSpPr/>
            <p:nvPr/>
          </p:nvSpPr>
          <p:spPr>
            <a:xfrm>
              <a:off x="121919" y="25371"/>
              <a:ext cx="20002500" cy="1524000"/>
            </a:xfrm>
            <a:custGeom>
              <a:avLst/>
              <a:gdLst/>
              <a:ahLst/>
              <a:cxnLst/>
              <a:rect l="l" t="t" r="r" b="b"/>
              <a:pathLst>
                <a:path w="20002500" h="1524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9850100" y="0"/>
                  </a:lnTo>
                  <a:cubicBezTo>
                    <a:pt x="19934301" y="0"/>
                    <a:pt x="20002500" y="68199"/>
                    <a:pt x="20002500" y="152400"/>
                  </a:cubicBezTo>
                  <a:lnTo>
                    <a:pt x="20002500" y="1371600"/>
                  </a:lnTo>
                  <a:cubicBezTo>
                    <a:pt x="20002500" y="1455801"/>
                    <a:pt x="19934301" y="1524000"/>
                    <a:pt x="19850100" y="1524000"/>
                  </a:cubicBezTo>
                  <a:lnTo>
                    <a:pt x="152400" y="1524000"/>
                  </a:lnTo>
                  <a:cubicBezTo>
                    <a:pt x="68199" y="1524000"/>
                    <a:pt x="0" y="1455801"/>
                    <a:pt x="0" y="1371600"/>
                  </a:cubicBezTo>
                  <a:close/>
                </a:path>
              </a:pathLst>
            </a:custGeom>
            <a:solidFill>
              <a:srgbClr val="516C4B"/>
            </a:solidFill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62" name="TextBox 162"/>
          <p:cNvSpPr txBox="1"/>
          <p:nvPr/>
        </p:nvSpPr>
        <p:spPr>
          <a:xfrm>
            <a:off x="7588567" y="8351893"/>
            <a:ext cx="1270635" cy="221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ru-RU" sz="2000" dirty="0">
                <a:solidFill>
                  <a:srgbClr val="272424"/>
                </a:solidFill>
                <a:latin typeface="Arial Black" panose="020B0A04020102020204" pitchFamily="34" charset="0"/>
                <a:ea typeface="Helvetica World"/>
                <a:cs typeface="Helvetica World"/>
                <a:sym typeface="Helvetica World"/>
              </a:rPr>
              <a:t>ПОИСК</a:t>
            </a:r>
            <a:endParaRPr lang="en-US" sz="2000" dirty="0">
              <a:solidFill>
                <a:srgbClr val="272424"/>
              </a:solidFill>
              <a:latin typeface="Arial Black" panose="020B0A04020102020204" pitchFamily="34" charset="0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163" name="TextBox 163"/>
          <p:cNvSpPr txBox="1"/>
          <p:nvPr/>
        </p:nvSpPr>
        <p:spPr>
          <a:xfrm>
            <a:off x="5272786" y="8686751"/>
            <a:ext cx="5504706" cy="754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70"/>
              </a:lnSpc>
            </a:pPr>
            <a:r>
              <a:rPr lang="en-US" sz="1642" i="1" spc="-59" dirty="0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72% смысловая близость  </a:t>
            </a:r>
            <a:endParaRPr lang="ru-RU" sz="1642" i="1" spc="-59" dirty="0">
              <a:solidFill>
                <a:srgbClr val="272424"/>
              </a:solidFill>
              <a:latin typeface="Times New Roman" panose="02020603050405020304" pitchFamily="18" charset="0"/>
              <a:ea typeface="Helvetica World"/>
              <a:cs typeface="Times New Roman" panose="02020603050405020304" pitchFamily="18" charset="0"/>
              <a:sym typeface="Helvetica World"/>
            </a:endParaRPr>
          </a:p>
          <a:p>
            <a:pPr algn="ctr">
              <a:lnSpc>
                <a:spcPts val="1970"/>
              </a:lnSpc>
            </a:pPr>
            <a:r>
              <a:rPr lang="en-US" sz="1642" i="1" spc="-59" dirty="0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+  </a:t>
            </a:r>
            <a:endParaRPr lang="ru-RU" sz="1642" i="1" spc="-59" dirty="0">
              <a:solidFill>
                <a:srgbClr val="272424"/>
              </a:solidFill>
              <a:latin typeface="Times New Roman" panose="02020603050405020304" pitchFamily="18" charset="0"/>
              <a:ea typeface="Helvetica World"/>
              <a:cs typeface="Times New Roman" panose="02020603050405020304" pitchFamily="18" charset="0"/>
              <a:sym typeface="Helvetica World"/>
            </a:endParaRPr>
          </a:p>
          <a:p>
            <a:pPr algn="ctr">
              <a:lnSpc>
                <a:spcPts val="1970"/>
              </a:lnSpc>
            </a:pPr>
            <a:r>
              <a:rPr lang="en-US" sz="1642" i="1" spc="-59" dirty="0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28% совпадение значимых слов</a:t>
            </a:r>
          </a:p>
        </p:txBody>
      </p:sp>
      <p:grpSp>
        <p:nvGrpSpPr>
          <p:cNvPr id="360" name="Группа 359">
            <a:extLst>
              <a:ext uri="{FF2B5EF4-FFF2-40B4-BE49-F238E27FC236}">
                <a16:creationId xmlns:a16="http://schemas.microsoft.com/office/drawing/2014/main" id="{4F2C866F-A6B1-30DF-F68E-8B9A5C1EB94D}"/>
              </a:ext>
            </a:extLst>
          </p:cNvPr>
          <p:cNvGrpSpPr/>
          <p:nvPr/>
        </p:nvGrpSpPr>
        <p:grpSpPr>
          <a:xfrm>
            <a:off x="586484" y="3041462"/>
            <a:ext cx="17115031" cy="423612"/>
            <a:chOff x="1018541" y="3126587"/>
            <a:chExt cx="17115031" cy="423612"/>
          </a:xfrm>
        </p:grpSpPr>
        <p:grpSp>
          <p:nvGrpSpPr>
            <p:cNvPr id="166" name="Группа 165">
              <a:extLst>
                <a:ext uri="{FF2B5EF4-FFF2-40B4-BE49-F238E27FC236}">
                  <a16:creationId xmlns:a16="http://schemas.microsoft.com/office/drawing/2014/main" id="{A6006B18-3D8B-173C-0BD2-E49565BB4154}"/>
                </a:ext>
              </a:extLst>
            </p:cNvPr>
            <p:cNvGrpSpPr/>
            <p:nvPr/>
          </p:nvGrpSpPr>
          <p:grpSpPr>
            <a:xfrm>
              <a:off x="1018541" y="3145716"/>
              <a:ext cx="8616949" cy="404483"/>
              <a:chOff x="1197694" y="8174396"/>
              <a:chExt cx="8616949" cy="404483"/>
            </a:xfrm>
          </p:grpSpPr>
          <p:grpSp>
            <p:nvGrpSpPr>
              <p:cNvPr id="167" name="Group 8">
                <a:extLst>
                  <a:ext uri="{FF2B5EF4-FFF2-40B4-BE49-F238E27FC236}">
                    <a16:creationId xmlns:a16="http://schemas.microsoft.com/office/drawing/2014/main" id="{E31C9080-C4D7-93EE-6D46-8B7EA93908A8}"/>
                  </a:ext>
                </a:extLst>
              </p:cNvPr>
              <p:cNvGrpSpPr/>
              <p:nvPr/>
            </p:nvGrpSpPr>
            <p:grpSpPr>
              <a:xfrm>
                <a:off x="1197694" y="8178829"/>
                <a:ext cx="4729162" cy="400050"/>
                <a:chOff x="0" y="0"/>
                <a:chExt cx="6305550" cy="533400"/>
              </a:xfrm>
              <a:solidFill>
                <a:srgbClr val="516C4B"/>
              </a:solidFill>
            </p:grpSpPr>
            <p:grpSp>
              <p:nvGrpSpPr>
                <p:cNvPr id="211" name="Group 9">
                  <a:extLst>
                    <a:ext uri="{FF2B5EF4-FFF2-40B4-BE49-F238E27FC236}">
                      <a16:creationId xmlns:a16="http://schemas.microsoft.com/office/drawing/2014/main" id="{284F398E-D26B-65A4-A9EB-3AD21F288887}"/>
                    </a:ext>
                  </a:extLst>
                </p:cNvPr>
                <p:cNvGrpSpPr/>
                <p:nvPr/>
              </p:nvGrpSpPr>
              <p:grpSpPr>
                <a:xfrm>
                  <a:off x="0" y="209550"/>
                  <a:ext cx="114300" cy="114300"/>
                  <a:chOff x="0" y="0"/>
                  <a:chExt cx="114300" cy="114300"/>
                </a:xfrm>
                <a:grpFill/>
              </p:grpSpPr>
              <p:sp>
                <p:nvSpPr>
                  <p:cNvPr id="262" name="Freeform 10">
                    <a:extLst>
                      <a:ext uri="{FF2B5EF4-FFF2-40B4-BE49-F238E27FC236}">
                        <a16:creationId xmlns:a16="http://schemas.microsoft.com/office/drawing/2014/main" id="{AE1CC1E2-AFD6-B1D0-A580-CB1268F317E1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11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114300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cubicBezTo>
                          <a:pt x="114300" y="88773"/>
                          <a:pt x="88773" y="114300"/>
                          <a:pt x="57150" y="114300"/>
                        </a:cubicBezTo>
                        <a:cubicBezTo>
                          <a:pt x="25527" y="114300"/>
                          <a:pt x="0" y="88773"/>
                          <a:pt x="0" y="57150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12" name="Group 11">
                  <a:extLst>
                    <a:ext uri="{FF2B5EF4-FFF2-40B4-BE49-F238E27FC236}">
                      <a16:creationId xmlns:a16="http://schemas.microsoft.com/office/drawing/2014/main" id="{759AE88F-D923-CC37-C7C9-0A64D74C0D12}"/>
                    </a:ext>
                  </a:extLst>
                </p:cNvPr>
                <p:cNvGrpSpPr/>
                <p:nvPr/>
              </p:nvGrpSpPr>
              <p:grpSpPr>
                <a:xfrm>
                  <a:off x="247650" y="100025"/>
                  <a:ext cx="114300" cy="333362"/>
                  <a:chOff x="0" y="0"/>
                  <a:chExt cx="114300" cy="333362"/>
                </a:xfrm>
                <a:grpFill/>
              </p:grpSpPr>
              <p:sp>
                <p:nvSpPr>
                  <p:cNvPr id="261" name="Freeform 12">
                    <a:extLst>
                      <a:ext uri="{FF2B5EF4-FFF2-40B4-BE49-F238E27FC236}">
                        <a16:creationId xmlns:a16="http://schemas.microsoft.com/office/drawing/2014/main" id="{799B0AD9-7076-5D9F-8C7C-F132F993C732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333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333375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276225"/>
                        </a:lnTo>
                        <a:cubicBezTo>
                          <a:pt x="114300" y="307848"/>
                          <a:pt x="88773" y="333375"/>
                          <a:pt x="57150" y="333375"/>
                        </a:cubicBezTo>
                        <a:cubicBezTo>
                          <a:pt x="25527" y="333375"/>
                          <a:pt x="0" y="307721"/>
                          <a:pt x="0" y="276225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13" name="Group 13">
                  <a:extLst>
                    <a:ext uri="{FF2B5EF4-FFF2-40B4-BE49-F238E27FC236}">
                      <a16:creationId xmlns:a16="http://schemas.microsoft.com/office/drawing/2014/main" id="{D8B4A29D-30CA-71BC-AA2C-63AB55931E80}"/>
                    </a:ext>
                  </a:extLst>
                </p:cNvPr>
                <p:cNvGrpSpPr/>
                <p:nvPr/>
              </p:nvGrpSpPr>
              <p:grpSpPr>
                <a:xfrm>
                  <a:off x="495300" y="22797"/>
                  <a:ext cx="114300" cy="487807"/>
                  <a:chOff x="0" y="0"/>
                  <a:chExt cx="114300" cy="487807"/>
                </a:xfrm>
                <a:grpFill/>
              </p:grpSpPr>
              <p:sp>
                <p:nvSpPr>
                  <p:cNvPr id="260" name="Freeform 14">
                    <a:extLst>
                      <a:ext uri="{FF2B5EF4-FFF2-40B4-BE49-F238E27FC236}">
                        <a16:creationId xmlns:a16="http://schemas.microsoft.com/office/drawing/2014/main" id="{84845759-5E29-0B27-8D36-39E09E3486D0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4878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487807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30657"/>
                        </a:lnTo>
                        <a:cubicBezTo>
                          <a:pt x="114300" y="462280"/>
                          <a:pt x="88773" y="487807"/>
                          <a:pt x="57150" y="487807"/>
                        </a:cubicBezTo>
                        <a:cubicBezTo>
                          <a:pt x="25527" y="487807"/>
                          <a:pt x="0" y="462280"/>
                          <a:pt x="0" y="430657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14" name="Group 15">
                  <a:extLst>
                    <a:ext uri="{FF2B5EF4-FFF2-40B4-BE49-F238E27FC236}">
                      <a16:creationId xmlns:a16="http://schemas.microsoft.com/office/drawing/2014/main" id="{CC2C7323-1ED1-60F4-B945-36DF42E9AF5B}"/>
                    </a:ext>
                  </a:extLst>
                </p:cNvPr>
                <p:cNvGrpSpPr/>
                <p:nvPr/>
              </p:nvGrpSpPr>
              <p:grpSpPr>
                <a:xfrm>
                  <a:off x="742950" y="660"/>
                  <a:ext cx="114300" cy="532092"/>
                  <a:chOff x="0" y="0"/>
                  <a:chExt cx="114300" cy="532092"/>
                </a:xfrm>
                <a:grpFill/>
              </p:grpSpPr>
              <p:sp>
                <p:nvSpPr>
                  <p:cNvPr id="259" name="Freeform 16">
                    <a:extLst>
                      <a:ext uri="{FF2B5EF4-FFF2-40B4-BE49-F238E27FC236}">
                        <a16:creationId xmlns:a16="http://schemas.microsoft.com/office/drawing/2014/main" id="{251B8EED-EAA4-C517-3EDD-6DD4F06A3F3B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5321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532130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74980"/>
                        </a:lnTo>
                        <a:cubicBezTo>
                          <a:pt x="114300" y="506603"/>
                          <a:pt x="88773" y="532130"/>
                          <a:pt x="57150" y="532130"/>
                        </a:cubicBezTo>
                        <a:cubicBezTo>
                          <a:pt x="25527" y="532130"/>
                          <a:pt x="0" y="506476"/>
                          <a:pt x="0" y="474980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15" name="Group 17">
                  <a:extLst>
                    <a:ext uri="{FF2B5EF4-FFF2-40B4-BE49-F238E27FC236}">
                      <a16:creationId xmlns:a16="http://schemas.microsoft.com/office/drawing/2014/main" id="{05DDD332-FDCA-7EC3-218B-32719D85AF43}"/>
                    </a:ext>
                  </a:extLst>
                </p:cNvPr>
                <p:cNvGrpSpPr/>
                <p:nvPr/>
              </p:nvGrpSpPr>
              <p:grpSpPr>
                <a:xfrm>
                  <a:off x="990600" y="40132"/>
                  <a:ext cx="114300" cy="453136"/>
                  <a:chOff x="0" y="0"/>
                  <a:chExt cx="114300" cy="453136"/>
                </a:xfrm>
                <a:grpFill/>
              </p:grpSpPr>
              <p:sp>
                <p:nvSpPr>
                  <p:cNvPr id="258" name="Freeform 18">
                    <a:extLst>
                      <a:ext uri="{FF2B5EF4-FFF2-40B4-BE49-F238E27FC236}">
                        <a16:creationId xmlns:a16="http://schemas.microsoft.com/office/drawing/2014/main" id="{552C65A7-B5A7-700F-10CC-4B62D006DC42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4531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453136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395986"/>
                        </a:lnTo>
                        <a:cubicBezTo>
                          <a:pt x="114300" y="427609"/>
                          <a:pt x="88773" y="453136"/>
                          <a:pt x="57150" y="453136"/>
                        </a:cubicBezTo>
                        <a:cubicBezTo>
                          <a:pt x="25527" y="453136"/>
                          <a:pt x="0" y="427609"/>
                          <a:pt x="0" y="395986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16" name="Group 19">
                  <a:extLst>
                    <a:ext uri="{FF2B5EF4-FFF2-40B4-BE49-F238E27FC236}">
                      <a16:creationId xmlns:a16="http://schemas.microsoft.com/office/drawing/2014/main" id="{7030B831-7CDE-20FC-23FC-FA9943A9C9B1}"/>
                    </a:ext>
                  </a:extLst>
                </p:cNvPr>
                <p:cNvGrpSpPr/>
                <p:nvPr/>
              </p:nvGrpSpPr>
              <p:grpSpPr>
                <a:xfrm>
                  <a:off x="1238250" y="129578"/>
                  <a:ext cx="114300" cy="274256"/>
                  <a:chOff x="0" y="0"/>
                  <a:chExt cx="114300" cy="274256"/>
                </a:xfrm>
                <a:grpFill/>
              </p:grpSpPr>
              <p:sp>
                <p:nvSpPr>
                  <p:cNvPr id="257" name="Freeform 20">
                    <a:extLst>
                      <a:ext uri="{FF2B5EF4-FFF2-40B4-BE49-F238E27FC236}">
                        <a16:creationId xmlns:a16="http://schemas.microsoft.com/office/drawing/2014/main" id="{F3999DEA-865C-9591-5846-B537FEE6384D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2741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274193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217043"/>
                        </a:lnTo>
                        <a:cubicBezTo>
                          <a:pt x="114300" y="248666"/>
                          <a:pt x="88773" y="274193"/>
                          <a:pt x="57150" y="274193"/>
                        </a:cubicBezTo>
                        <a:cubicBezTo>
                          <a:pt x="25527" y="274193"/>
                          <a:pt x="0" y="248666"/>
                          <a:pt x="0" y="217043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17" name="Group 21">
                  <a:extLst>
                    <a:ext uri="{FF2B5EF4-FFF2-40B4-BE49-F238E27FC236}">
                      <a16:creationId xmlns:a16="http://schemas.microsoft.com/office/drawing/2014/main" id="{697AAF5F-5501-993F-ADFE-A90BFC2DE2BD}"/>
                    </a:ext>
                  </a:extLst>
                </p:cNvPr>
                <p:cNvGrpSpPr/>
                <p:nvPr/>
              </p:nvGrpSpPr>
              <p:grpSpPr>
                <a:xfrm>
                  <a:off x="1485900" y="176492"/>
                  <a:ext cx="114300" cy="180416"/>
                  <a:chOff x="0" y="0"/>
                  <a:chExt cx="114300" cy="180416"/>
                </a:xfrm>
                <a:grpFill/>
              </p:grpSpPr>
              <p:sp>
                <p:nvSpPr>
                  <p:cNvPr id="256" name="Freeform 22">
                    <a:extLst>
                      <a:ext uri="{FF2B5EF4-FFF2-40B4-BE49-F238E27FC236}">
                        <a16:creationId xmlns:a16="http://schemas.microsoft.com/office/drawing/2014/main" id="{95000EDE-1777-CFA8-BF1A-1B65D9EB2E28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1804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180467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123317"/>
                        </a:lnTo>
                        <a:cubicBezTo>
                          <a:pt x="114300" y="154940"/>
                          <a:pt x="88773" y="180467"/>
                          <a:pt x="57150" y="180467"/>
                        </a:cubicBezTo>
                        <a:cubicBezTo>
                          <a:pt x="25527" y="180467"/>
                          <a:pt x="0" y="154813"/>
                          <a:pt x="0" y="123317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18" name="Group 23">
                  <a:extLst>
                    <a:ext uri="{FF2B5EF4-FFF2-40B4-BE49-F238E27FC236}">
                      <a16:creationId xmlns:a16="http://schemas.microsoft.com/office/drawing/2014/main" id="{E2B4F4E6-E463-562C-3A91-54EBD9F3DF98}"/>
                    </a:ext>
                  </a:extLst>
                </p:cNvPr>
                <p:cNvGrpSpPr/>
                <p:nvPr/>
              </p:nvGrpSpPr>
              <p:grpSpPr>
                <a:xfrm>
                  <a:off x="1733550" y="73215"/>
                  <a:ext cx="114300" cy="386982"/>
                  <a:chOff x="0" y="0"/>
                  <a:chExt cx="114300" cy="386982"/>
                </a:xfrm>
                <a:grpFill/>
              </p:grpSpPr>
              <p:sp>
                <p:nvSpPr>
                  <p:cNvPr id="255" name="Freeform 24">
                    <a:extLst>
                      <a:ext uri="{FF2B5EF4-FFF2-40B4-BE49-F238E27FC236}">
                        <a16:creationId xmlns:a16="http://schemas.microsoft.com/office/drawing/2014/main" id="{6EF9CE01-E178-62BA-5907-AA97F03569A5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3869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386969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329819"/>
                        </a:lnTo>
                        <a:cubicBezTo>
                          <a:pt x="114300" y="361442"/>
                          <a:pt x="88773" y="386969"/>
                          <a:pt x="57150" y="386969"/>
                        </a:cubicBezTo>
                        <a:cubicBezTo>
                          <a:pt x="25527" y="386969"/>
                          <a:pt x="0" y="361442"/>
                          <a:pt x="0" y="329819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19" name="Group 25">
                  <a:extLst>
                    <a:ext uri="{FF2B5EF4-FFF2-40B4-BE49-F238E27FC236}">
                      <a16:creationId xmlns:a16="http://schemas.microsoft.com/office/drawing/2014/main" id="{4E0979EC-1284-B59B-E6C3-32C268490E3C}"/>
                    </a:ext>
                  </a:extLst>
                </p:cNvPr>
                <p:cNvGrpSpPr/>
                <p:nvPr/>
              </p:nvGrpSpPr>
              <p:grpSpPr>
                <a:xfrm>
                  <a:off x="1981200" y="10147"/>
                  <a:ext cx="114300" cy="513118"/>
                  <a:chOff x="0" y="0"/>
                  <a:chExt cx="114300" cy="513118"/>
                </a:xfrm>
                <a:grpFill/>
              </p:grpSpPr>
              <p:sp>
                <p:nvSpPr>
                  <p:cNvPr id="254" name="Freeform 26">
                    <a:extLst>
                      <a:ext uri="{FF2B5EF4-FFF2-40B4-BE49-F238E27FC236}">
                        <a16:creationId xmlns:a16="http://schemas.microsoft.com/office/drawing/2014/main" id="{9270FBED-DDA6-324C-6FC0-36B2703C88A2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5130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513080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55930"/>
                        </a:lnTo>
                        <a:cubicBezTo>
                          <a:pt x="114300" y="487553"/>
                          <a:pt x="88773" y="513080"/>
                          <a:pt x="57150" y="513080"/>
                        </a:cubicBezTo>
                        <a:cubicBezTo>
                          <a:pt x="25527" y="513080"/>
                          <a:pt x="0" y="487553"/>
                          <a:pt x="0" y="455930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20" name="Group 27">
                  <a:extLst>
                    <a:ext uri="{FF2B5EF4-FFF2-40B4-BE49-F238E27FC236}">
                      <a16:creationId xmlns:a16="http://schemas.microsoft.com/office/drawing/2014/main" id="{82B52D32-36C0-67F4-4392-40913CBC08C7}"/>
                    </a:ext>
                  </a:extLst>
                </p:cNvPr>
                <p:cNvGrpSpPr/>
                <p:nvPr/>
              </p:nvGrpSpPr>
              <p:grpSpPr>
                <a:xfrm>
                  <a:off x="2228850" y="5893"/>
                  <a:ext cx="114300" cy="521627"/>
                  <a:chOff x="0" y="0"/>
                  <a:chExt cx="114300" cy="521627"/>
                </a:xfrm>
                <a:grpFill/>
              </p:grpSpPr>
              <p:sp>
                <p:nvSpPr>
                  <p:cNvPr id="253" name="Freeform 28">
                    <a:extLst>
                      <a:ext uri="{FF2B5EF4-FFF2-40B4-BE49-F238E27FC236}">
                        <a16:creationId xmlns:a16="http://schemas.microsoft.com/office/drawing/2014/main" id="{04C449AD-865A-3D93-1BA0-64ACF6AEACF9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5215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521589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64439"/>
                        </a:lnTo>
                        <a:cubicBezTo>
                          <a:pt x="114300" y="496062"/>
                          <a:pt x="88773" y="521589"/>
                          <a:pt x="57150" y="521589"/>
                        </a:cubicBezTo>
                        <a:cubicBezTo>
                          <a:pt x="25527" y="521589"/>
                          <a:pt x="0" y="496062"/>
                          <a:pt x="0" y="464439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21" name="Group 29">
                  <a:extLst>
                    <a:ext uri="{FF2B5EF4-FFF2-40B4-BE49-F238E27FC236}">
                      <a16:creationId xmlns:a16="http://schemas.microsoft.com/office/drawing/2014/main" id="{44B081D6-7AE8-AE5D-20D4-9A2BB46B5F8C}"/>
                    </a:ext>
                  </a:extLst>
                </p:cNvPr>
                <p:cNvGrpSpPr/>
                <p:nvPr/>
              </p:nvGrpSpPr>
              <p:grpSpPr>
                <a:xfrm>
                  <a:off x="2476500" y="61709"/>
                  <a:ext cx="114300" cy="409994"/>
                  <a:chOff x="0" y="0"/>
                  <a:chExt cx="114300" cy="409994"/>
                </a:xfrm>
                <a:grpFill/>
              </p:grpSpPr>
              <p:sp>
                <p:nvSpPr>
                  <p:cNvPr id="252" name="Freeform 30">
                    <a:extLst>
                      <a:ext uri="{FF2B5EF4-FFF2-40B4-BE49-F238E27FC236}">
                        <a16:creationId xmlns:a16="http://schemas.microsoft.com/office/drawing/2014/main" id="{25E17FF0-43F5-FB49-59B4-9FD0478E15F4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4099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409956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352806"/>
                        </a:lnTo>
                        <a:cubicBezTo>
                          <a:pt x="114300" y="384429"/>
                          <a:pt x="88773" y="409956"/>
                          <a:pt x="57150" y="409956"/>
                        </a:cubicBezTo>
                        <a:cubicBezTo>
                          <a:pt x="25527" y="409956"/>
                          <a:pt x="0" y="384429"/>
                          <a:pt x="0" y="352806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22" name="Group 31">
                  <a:extLst>
                    <a:ext uri="{FF2B5EF4-FFF2-40B4-BE49-F238E27FC236}">
                      <a16:creationId xmlns:a16="http://schemas.microsoft.com/office/drawing/2014/main" id="{B1F0FCC8-EEC9-CABA-DA29-144B9C893E5D}"/>
                    </a:ext>
                  </a:extLst>
                </p:cNvPr>
                <p:cNvGrpSpPr/>
                <p:nvPr/>
              </p:nvGrpSpPr>
              <p:grpSpPr>
                <a:xfrm>
                  <a:off x="2724150" y="161125"/>
                  <a:ext cx="114300" cy="211150"/>
                  <a:chOff x="0" y="0"/>
                  <a:chExt cx="114300" cy="211150"/>
                </a:xfrm>
                <a:grpFill/>
              </p:grpSpPr>
              <p:sp>
                <p:nvSpPr>
                  <p:cNvPr id="251" name="Freeform 32">
                    <a:extLst>
                      <a:ext uri="{FF2B5EF4-FFF2-40B4-BE49-F238E27FC236}">
                        <a16:creationId xmlns:a16="http://schemas.microsoft.com/office/drawing/2014/main" id="{1FEB9BB6-6F84-5015-C346-EB6902E5872E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2112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211201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154051"/>
                        </a:lnTo>
                        <a:cubicBezTo>
                          <a:pt x="114300" y="185674"/>
                          <a:pt x="88773" y="211201"/>
                          <a:pt x="57150" y="211201"/>
                        </a:cubicBezTo>
                        <a:cubicBezTo>
                          <a:pt x="25527" y="211201"/>
                          <a:pt x="0" y="185547"/>
                          <a:pt x="0" y="154051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23" name="Group 33">
                  <a:extLst>
                    <a:ext uri="{FF2B5EF4-FFF2-40B4-BE49-F238E27FC236}">
                      <a16:creationId xmlns:a16="http://schemas.microsoft.com/office/drawing/2014/main" id="{B5F07A80-29A4-8D4B-FC95-107B6C6507EE}"/>
                    </a:ext>
                  </a:extLst>
                </p:cNvPr>
                <p:cNvGrpSpPr/>
                <p:nvPr/>
              </p:nvGrpSpPr>
              <p:grpSpPr>
                <a:xfrm>
                  <a:off x="2971800" y="144272"/>
                  <a:ext cx="114300" cy="244869"/>
                  <a:chOff x="0" y="0"/>
                  <a:chExt cx="114300" cy="244869"/>
                </a:xfrm>
                <a:grpFill/>
              </p:grpSpPr>
              <p:sp>
                <p:nvSpPr>
                  <p:cNvPr id="250" name="Freeform 34">
                    <a:extLst>
                      <a:ext uri="{FF2B5EF4-FFF2-40B4-BE49-F238E27FC236}">
                        <a16:creationId xmlns:a16="http://schemas.microsoft.com/office/drawing/2014/main" id="{55EB6F2C-A30E-87D4-086B-AD9830947E6C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2448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244856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187706"/>
                        </a:lnTo>
                        <a:cubicBezTo>
                          <a:pt x="114300" y="219329"/>
                          <a:pt x="88773" y="244856"/>
                          <a:pt x="57150" y="244856"/>
                        </a:cubicBezTo>
                        <a:cubicBezTo>
                          <a:pt x="25527" y="244856"/>
                          <a:pt x="0" y="219329"/>
                          <a:pt x="0" y="187706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24" name="Group 35">
                  <a:extLst>
                    <a:ext uri="{FF2B5EF4-FFF2-40B4-BE49-F238E27FC236}">
                      <a16:creationId xmlns:a16="http://schemas.microsoft.com/office/drawing/2014/main" id="{543CB09A-40BF-ABCB-C453-05AE0291451E}"/>
                    </a:ext>
                  </a:extLst>
                </p:cNvPr>
                <p:cNvGrpSpPr/>
                <p:nvPr/>
              </p:nvGrpSpPr>
              <p:grpSpPr>
                <a:xfrm>
                  <a:off x="3219450" y="49822"/>
                  <a:ext cx="114300" cy="433768"/>
                  <a:chOff x="0" y="0"/>
                  <a:chExt cx="114300" cy="433768"/>
                </a:xfrm>
                <a:grpFill/>
              </p:grpSpPr>
              <p:sp>
                <p:nvSpPr>
                  <p:cNvPr id="249" name="Freeform 36">
                    <a:extLst>
                      <a:ext uri="{FF2B5EF4-FFF2-40B4-BE49-F238E27FC236}">
                        <a16:creationId xmlns:a16="http://schemas.microsoft.com/office/drawing/2014/main" id="{8554137C-77DA-64FA-4BD8-0FC6CFF31A09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4337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433705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376555"/>
                        </a:lnTo>
                        <a:cubicBezTo>
                          <a:pt x="114300" y="408178"/>
                          <a:pt x="88773" y="433705"/>
                          <a:pt x="57150" y="433705"/>
                        </a:cubicBezTo>
                        <a:cubicBezTo>
                          <a:pt x="25527" y="433705"/>
                          <a:pt x="0" y="408178"/>
                          <a:pt x="0" y="376555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25" name="Group 37">
                  <a:extLst>
                    <a:ext uri="{FF2B5EF4-FFF2-40B4-BE49-F238E27FC236}">
                      <a16:creationId xmlns:a16="http://schemas.microsoft.com/office/drawing/2014/main" id="{D109DB8F-5D4A-D115-A130-09787FDA6EE8}"/>
                    </a:ext>
                  </a:extLst>
                </p:cNvPr>
                <p:cNvGrpSpPr/>
                <p:nvPr/>
              </p:nvGrpSpPr>
              <p:grpSpPr>
                <a:xfrm>
                  <a:off x="3467100" y="2477"/>
                  <a:ext cx="114300" cy="528447"/>
                  <a:chOff x="0" y="0"/>
                  <a:chExt cx="114300" cy="528447"/>
                </a:xfrm>
                <a:grpFill/>
              </p:grpSpPr>
              <p:sp>
                <p:nvSpPr>
                  <p:cNvPr id="248" name="Freeform 38">
                    <a:extLst>
                      <a:ext uri="{FF2B5EF4-FFF2-40B4-BE49-F238E27FC236}">
                        <a16:creationId xmlns:a16="http://schemas.microsoft.com/office/drawing/2014/main" id="{BA87520F-2CC6-8079-9A47-52C2C1300F07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5284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528447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71297"/>
                        </a:lnTo>
                        <a:cubicBezTo>
                          <a:pt x="114300" y="502920"/>
                          <a:pt x="88773" y="528447"/>
                          <a:pt x="57150" y="528447"/>
                        </a:cubicBezTo>
                        <a:cubicBezTo>
                          <a:pt x="25527" y="528447"/>
                          <a:pt x="0" y="502793"/>
                          <a:pt x="0" y="471297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26" name="Group 39">
                  <a:extLst>
                    <a:ext uri="{FF2B5EF4-FFF2-40B4-BE49-F238E27FC236}">
                      <a16:creationId xmlns:a16="http://schemas.microsoft.com/office/drawing/2014/main" id="{C9CFD291-2D15-0EDC-BFD8-2F33FB2C5080}"/>
                    </a:ext>
                  </a:extLst>
                </p:cNvPr>
                <p:cNvGrpSpPr/>
                <p:nvPr/>
              </p:nvGrpSpPr>
              <p:grpSpPr>
                <a:xfrm>
                  <a:off x="3714750" y="16218"/>
                  <a:ext cx="114300" cy="500964"/>
                  <a:chOff x="0" y="0"/>
                  <a:chExt cx="114300" cy="500964"/>
                </a:xfrm>
                <a:grpFill/>
              </p:grpSpPr>
              <p:sp>
                <p:nvSpPr>
                  <p:cNvPr id="247" name="Freeform 40">
                    <a:extLst>
                      <a:ext uri="{FF2B5EF4-FFF2-40B4-BE49-F238E27FC236}">
                        <a16:creationId xmlns:a16="http://schemas.microsoft.com/office/drawing/2014/main" id="{25A72331-0786-9BAC-1DD5-9BC21DD8DFEF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5010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501015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43865"/>
                        </a:lnTo>
                        <a:cubicBezTo>
                          <a:pt x="114300" y="475488"/>
                          <a:pt x="88773" y="501015"/>
                          <a:pt x="57150" y="501015"/>
                        </a:cubicBezTo>
                        <a:cubicBezTo>
                          <a:pt x="25527" y="501015"/>
                          <a:pt x="0" y="475361"/>
                          <a:pt x="0" y="443865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27" name="Group 41">
                  <a:extLst>
                    <a:ext uri="{FF2B5EF4-FFF2-40B4-BE49-F238E27FC236}">
                      <a16:creationId xmlns:a16="http://schemas.microsoft.com/office/drawing/2014/main" id="{04D8E8FC-CEC4-3251-7EB9-D00D88477DAA}"/>
                    </a:ext>
                  </a:extLst>
                </p:cNvPr>
                <p:cNvGrpSpPr/>
                <p:nvPr/>
              </p:nvGrpSpPr>
              <p:grpSpPr>
                <a:xfrm>
                  <a:off x="3962400" y="86982"/>
                  <a:ext cx="114300" cy="359435"/>
                  <a:chOff x="0" y="0"/>
                  <a:chExt cx="114300" cy="359435"/>
                </a:xfrm>
                <a:grpFill/>
              </p:grpSpPr>
              <p:sp>
                <p:nvSpPr>
                  <p:cNvPr id="246" name="Freeform 42">
                    <a:extLst>
                      <a:ext uri="{FF2B5EF4-FFF2-40B4-BE49-F238E27FC236}">
                        <a16:creationId xmlns:a16="http://schemas.microsoft.com/office/drawing/2014/main" id="{F90DC836-0522-7874-59A5-9C71C84A49A3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3594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359410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302260"/>
                        </a:lnTo>
                        <a:cubicBezTo>
                          <a:pt x="114300" y="333883"/>
                          <a:pt x="88773" y="359410"/>
                          <a:pt x="57150" y="359410"/>
                        </a:cubicBezTo>
                        <a:cubicBezTo>
                          <a:pt x="25527" y="359410"/>
                          <a:pt x="0" y="333883"/>
                          <a:pt x="0" y="302260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28" name="Group 43">
                  <a:extLst>
                    <a:ext uri="{FF2B5EF4-FFF2-40B4-BE49-F238E27FC236}">
                      <a16:creationId xmlns:a16="http://schemas.microsoft.com/office/drawing/2014/main" id="{28C72227-9953-849D-A0FB-7C025DA63380}"/>
                    </a:ext>
                  </a:extLst>
                </p:cNvPr>
                <p:cNvGrpSpPr/>
                <p:nvPr/>
              </p:nvGrpSpPr>
              <p:grpSpPr>
                <a:xfrm>
                  <a:off x="4210050" y="193891"/>
                  <a:ext cx="114300" cy="145606"/>
                  <a:chOff x="0" y="0"/>
                  <a:chExt cx="114300" cy="145606"/>
                </a:xfrm>
                <a:grpFill/>
              </p:grpSpPr>
              <p:sp>
                <p:nvSpPr>
                  <p:cNvPr id="245" name="Freeform 44">
                    <a:extLst>
                      <a:ext uri="{FF2B5EF4-FFF2-40B4-BE49-F238E27FC236}">
                        <a16:creationId xmlns:a16="http://schemas.microsoft.com/office/drawing/2014/main" id="{734C50E5-DE99-B20B-0C33-EEDCF0B076DB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1456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145669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88519"/>
                        </a:lnTo>
                        <a:cubicBezTo>
                          <a:pt x="114300" y="120142"/>
                          <a:pt x="88773" y="145669"/>
                          <a:pt x="57150" y="145669"/>
                        </a:cubicBezTo>
                        <a:cubicBezTo>
                          <a:pt x="25527" y="145669"/>
                          <a:pt x="0" y="120015"/>
                          <a:pt x="0" y="88519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29" name="Group 45">
                  <a:extLst>
                    <a:ext uri="{FF2B5EF4-FFF2-40B4-BE49-F238E27FC236}">
                      <a16:creationId xmlns:a16="http://schemas.microsoft.com/office/drawing/2014/main" id="{DF4751EF-D65C-B80F-5DBB-4B6DB4B86A71}"/>
                    </a:ext>
                  </a:extLst>
                </p:cNvPr>
                <p:cNvGrpSpPr/>
                <p:nvPr/>
              </p:nvGrpSpPr>
              <p:grpSpPr>
                <a:xfrm>
                  <a:off x="4457700" y="113678"/>
                  <a:ext cx="114300" cy="306057"/>
                  <a:chOff x="0" y="0"/>
                  <a:chExt cx="114300" cy="306057"/>
                </a:xfrm>
                <a:grpFill/>
              </p:grpSpPr>
              <p:sp>
                <p:nvSpPr>
                  <p:cNvPr id="244" name="Freeform 46">
                    <a:extLst>
                      <a:ext uri="{FF2B5EF4-FFF2-40B4-BE49-F238E27FC236}">
                        <a16:creationId xmlns:a16="http://schemas.microsoft.com/office/drawing/2014/main" id="{D1E52C52-A891-D74A-E509-18B02B1C2D1F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3060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306070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248920"/>
                        </a:lnTo>
                        <a:cubicBezTo>
                          <a:pt x="114300" y="280543"/>
                          <a:pt x="88773" y="306070"/>
                          <a:pt x="57150" y="306070"/>
                        </a:cubicBezTo>
                        <a:cubicBezTo>
                          <a:pt x="25527" y="306070"/>
                          <a:pt x="0" y="280416"/>
                          <a:pt x="0" y="248920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30" name="Group 47">
                  <a:extLst>
                    <a:ext uri="{FF2B5EF4-FFF2-40B4-BE49-F238E27FC236}">
                      <a16:creationId xmlns:a16="http://schemas.microsoft.com/office/drawing/2014/main" id="{D22BB9E1-19C6-CEE6-9A50-820EFC8438E6}"/>
                    </a:ext>
                  </a:extLst>
                </p:cNvPr>
                <p:cNvGrpSpPr/>
                <p:nvPr/>
              </p:nvGrpSpPr>
              <p:grpSpPr>
                <a:xfrm>
                  <a:off x="4705350" y="30417"/>
                  <a:ext cx="114300" cy="472554"/>
                  <a:chOff x="0" y="0"/>
                  <a:chExt cx="114300" cy="472554"/>
                </a:xfrm>
                <a:grpFill/>
              </p:grpSpPr>
              <p:sp>
                <p:nvSpPr>
                  <p:cNvPr id="243" name="Freeform 48">
                    <a:extLst>
                      <a:ext uri="{FF2B5EF4-FFF2-40B4-BE49-F238E27FC236}">
                        <a16:creationId xmlns:a16="http://schemas.microsoft.com/office/drawing/2014/main" id="{A320B887-1346-9A0B-9D65-9731DFCBE864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4725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472567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15417"/>
                        </a:lnTo>
                        <a:cubicBezTo>
                          <a:pt x="114300" y="447040"/>
                          <a:pt x="88773" y="472567"/>
                          <a:pt x="57150" y="472567"/>
                        </a:cubicBezTo>
                        <a:cubicBezTo>
                          <a:pt x="25527" y="472567"/>
                          <a:pt x="0" y="446913"/>
                          <a:pt x="0" y="415417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31" name="Group 49">
                  <a:extLst>
                    <a:ext uri="{FF2B5EF4-FFF2-40B4-BE49-F238E27FC236}">
                      <a16:creationId xmlns:a16="http://schemas.microsoft.com/office/drawing/2014/main" id="{EBEDBB71-605C-7170-EB4C-4CA84470285C}"/>
                    </a:ext>
                  </a:extLst>
                </p:cNvPr>
                <p:cNvGrpSpPr/>
                <p:nvPr/>
              </p:nvGrpSpPr>
              <p:grpSpPr>
                <a:xfrm>
                  <a:off x="4953000" y="0"/>
                  <a:ext cx="114300" cy="533400"/>
                  <a:chOff x="0" y="0"/>
                  <a:chExt cx="114300" cy="533400"/>
                </a:xfrm>
                <a:grpFill/>
              </p:grpSpPr>
              <p:sp>
                <p:nvSpPr>
                  <p:cNvPr id="242" name="Freeform 50">
                    <a:extLst>
                      <a:ext uri="{FF2B5EF4-FFF2-40B4-BE49-F238E27FC236}">
                        <a16:creationId xmlns:a16="http://schemas.microsoft.com/office/drawing/2014/main" id="{67A05BE4-6BBE-200D-EF0C-BBC95622378A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533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533400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76250"/>
                        </a:lnTo>
                        <a:cubicBezTo>
                          <a:pt x="114300" y="507746"/>
                          <a:pt x="88773" y="533400"/>
                          <a:pt x="57150" y="533400"/>
                        </a:cubicBezTo>
                        <a:cubicBezTo>
                          <a:pt x="25527" y="533400"/>
                          <a:pt x="0" y="507746"/>
                          <a:pt x="0" y="476250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32" name="Group 51">
                  <a:extLst>
                    <a:ext uri="{FF2B5EF4-FFF2-40B4-BE49-F238E27FC236}">
                      <a16:creationId xmlns:a16="http://schemas.microsoft.com/office/drawing/2014/main" id="{0A6BF47D-20E8-C3CC-A6A4-2F2C12E86EEE}"/>
                    </a:ext>
                  </a:extLst>
                </p:cNvPr>
                <p:cNvGrpSpPr/>
                <p:nvPr/>
              </p:nvGrpSpPr>
              <p:grpSpPr>
                <a:xfrm>
                  <a:off x="5200650" y="31394"/>
                  <a:ext cx="114300" cy="470624"/>
                  <a:chOff x="0" y="0"/>
                  <a:chExt cx="114300" cy="470624"/>
                </a:xfrm>
                <a:grpFill/>
              </p:grpSpPr>
              <p:sp>
                <p:nvSpPr>
                  <p:cNvPr id="241" name="Freeform 52">
                    <a:extLst>
                      <a:ext uri="{FF2B5EF4-FFF2-40B4-BE49-F238E27FC236}">
                        <a16:creationId xmlns:a16="http://schemas.microsoft.com/office/drawing/2014/main" id="{3FD566CA-EBED-F0E3-FB19-556EE614F688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4706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470662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13512"/>
                        </a:lnTo>
                        <a:cubicBezTo>
                          <a:pt x="114300" y="445135"/>
                          <a:pt x="88773" y="470662"/>
                          <a:pt x="57150" y="470662"/>
                        </a:cubicBezTo>
                        <a:cubicBezTo>
                          <a:pt x="25527" y="470662"/>
                          <a:pt x="0" y="445008"/>
                          <a:pt x="0" y="413512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33" name="Group 53">
                  <a:extLst>
                    <a:ext uri="{FF2B5EF4-FFF2-40B4-BE49-F238E27FC236}">
                      <a16:creationId xmlns:a16="http://schemas.microsoft.com/office/drawing/2014/main" id="{0803C5A6-D2E5-2516-C981-3298AD5B8298}"/>
                    </a:ext>
                  </a:extLst>
                </p:cNvPr>
                <p:cNvGrpSpPr/>
                <p:nvPr/>
              </p:nvGrpSpPr>
              <p:grpSpPr>
                <a:xfrm>
                  <a:off x="5448300" y="115329"/>
                  <a:ext cx="114300" cy="302743"/>
                  <a:chOff x="0" y="0"/>
                  <a:chExt cx="114300" cy="302743"/>
                </a:xfrm>
                <a:grpFill/>
              </p:grpSpPr>
              <p:sp>
                <p:nvSpPr>
                  <p:cNvPr id="240" name="Freeform 54">
                    <a:extLst>
                      <a:ext uri="{FF2B5EF4-FFF2-40B4-BE49-F238E27FC236}">
                        <a16:creationId xmlns:a16="http://schemas.microsoft.com/office/drawing/2014/main" id="{B2F9F791-012F-FBBC-8BB2-CE59C2266337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3027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302768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245618"/>
                        </a:lnTo>
                        <a:cubicBezTo>
                          <a:pt x="114300" y="277241"/>
                          <a:pt x="88773" y="302768"/>
                          <a:pt x="57150" y="302768"/>
                        </a:cubicBezTo>
                        <a:cubicBezTo>
                          <a:pt x="25527" y="302768"/>
                          <a:pt x="0" y="277114"/>
                          <a:pt x="0" y="245618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34" name="Group 55">
                  <a:extLst>
                    <a:ext uri="{FF2B5EF4-FFF2-40B4-BE49-F238E27FC236}">
                      <a16:creationId xmlns:a16="http://schemas.microsoft.com/office/drawing/2014/main" id="{2AF7514B-D11F-8DC5-769F-99A9FBC07742}"/>
                    </a:ext>
                  </a:extLst>
                </p:cNvPr>
                <p:cNvGrpSpPr/>
                <p:nvPr/>
              </p:nvGrpSpPr>
              <p:grpSpPr>
                <a:xfrm>
                  <a:off x="5695950" y="192049"/>
                  <a:ext cx="114300" cy="149314"/>
                  <a:chOff x="0" y="0"/>
                  <a:chExt cx="114300" cy="149314"/>
                </a:xfrm>
                <a:grpFill/>
              </p:grpSpPr>
              <p:sp>
                <p:nvSpPr>
                  <p:cNvPr id="239" name="Freeform 56">
                    <a:extLst>
                      <a:ext uri="{FF2B5EF4-FFF2-40B4-BE49-F238E27FC236}">
                        <a16:creationId xmlns:a16="http://schemas.microsoft.com/office/drawing/2014/main" id="{C1FCC7B2-BD65-1A4E-7050-983EE4B653E2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1493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149352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92202"/>
                        </a:lnTo>
                        <a:cubicBezTo>
                          <a:pt x="114300" y="123825"/>
                          <a:pt x="88773" y="149352"/>
                          <a:pt x="57150" y="149352"/>
                        </a:cubicBezTo>
                        <a:cubicBezTo>
                          <a:pt x="25527" y="149352"/>
                          <a:pt x="0" y="123698"/>
                          <a:pt x="0" y="92202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35" name="Group 57">
                  <a:extLst>
                    <a:ext uri="{FF2B5EF4-FFF2-40B4-BE49-F238E27FC236}">
                      <a16:creationId xmlns:a16="http://schemas.microsoft.com/office/drawing/2014/main" id="{0F21E58F-1D2C-8BA1-75C0-3861850C9882}"/>
                    </a:ext>
                  </a:extLst>
                </p:cNvPr>
                <p:cNvGrpSpPr/>
                <p:nvPr/>
              </p:nvGrpSpPr>
              <p:grpSpPr>
                <a:xfrm>
                  <a:off x="5943600" y="85484"/>
                  <a:ext cx="114300" cy="362433"/>
                  <a:chOff x="0" y="0"/>
                  <a:chExt cx="114300" cy="362433"/>
                </a:xfrm>
                <a:grpFill/>
              </p:grpSpPr>
              <p:sp>
                <p:nvSpPr>
                  <p:cNvPr id="238" name="Freeform 58">
                    <a:extLst>
                      <a:ext uri="{FF2B5EF4-FFF2-40B4-BE49-F238E27FC236}">
                        <a16:creationId xmlns:a16="http://schemas.microsoft.com/office/drawing/2014/main" id="{52B36630-68E7-CB83-D122-1A77554EFFBF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3624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362458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305308"/>
                        </a:lnTo>
                        <a:cubicBezTo>
                          <a:pt x="114300" y="336931"/>
                          <a:pt x="88773" y="362458"/>
                          <a:pt x="57150" y="362458"/>
                        </a:cubicBezTo>
                        <a:cubicBezTo>
                          <a:pt x="25527" y="362458"/>
                          <a:pt x="0" y="336804"/>
                          <a:pt x="0" y="305308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36" name="Group 59">
                  <a:extLst>
                    <a:ext uri="{FF2B5EF4-FFF2-40B4-BE49-F238E27FC236}">
                      <a16:creationId xmlns:a16="http://schemas.microsoft.com/office/drawing/2014/main" id="{70793337-21FF-EAFA-A056-B3A3F682A4F3}"/>
                    </a:ext>
                  </a:extLst>
                </p:cNvPr>
                <p:cNvGrpSpPr/>
                <p:nvPr/>
              </p:nvGrpSpPr>
              <p:grpSpPr>
                <a:xfrm>
                  <a:off x="6191250" y="15507"/>
                  <a:ext cx="114300" cy="502374"/>
                  <a:chOff x="0" y="0"/>
                  <a:chExt cx="114300" cy="502374"/>
                </a:xfrm>
                <a:grpFill/>
              </p:grpSpPr>
              <p:sp>
                <p:nvSpPr>
                  <p:cNvPr id="237" name="Freeform 60">
                    <a:extLst>
                      <a:ext uri="{FF2B5EF4-FFF2-40B4-BE49-F238E27FC236}">
                        <a16:creationId xmlns:a16="http://schemas.microsoft.com/office/drawing/2014/main" id="{85B148D9-463C-C047-8A7C-A5CB6F5A3F61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5024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502412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45262"/>
                        </a:lnTo>
                        <a:cubicBezTo>
                          <a:pt x="114300" y="476885"/>
                          <a:pt x="88773" y="502412"/>
                          <a:pt x="57150" y="502412"/>
                        </a:cubicBezTo>
                        <a:cubicBezTo>
                          <a:pt x="25527" y="502412"/>
                          <a:pt x="0" y="476758"/>
                          <a:pt x="0" y="445262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  <p:grpSp>
            <p:nvGrpSpPr>
              <p:cNvPr id="168" name="Группа 167">
                <a:extLst>
                  <a:ext uri="{FF2B5EF4-FFF2-40B4-BE49-F238E27FC236}">
                    <a16:creationId xmlns:a16="http://schemas.microsoft.com/office/drawing/2014/main" id="{AF95CE25-3524-2A19-87BE-A4257FAAE47D}"/>
                  </a:ext>
                </a:extLst>
              </p:cNvPr>
              <p:cNvGrpSpPr/>
              <p:nvPr/>
            </p:nvGrpSpPr>
            <p:grpSpPr>
              <a:xfrm>
                <a:off x="6014168" y="8174396"/>
                <a:ext cx="3800475" cy="400050"/>
                <a:chOff x="6584080" y="8174015"/>
                <a:chExt cx="3800475" cy="400050"/>
              </a:xfrm>
            </p:grpSpPr>
            <p:grpSp>
              <p:nvGrpSpPr>
                <p:cNvPr id="169" name="Group 15">
                  <a:extLst>
                    <a:ext uri="{FF2B5EF4-FFF2-40B4-BE49-F238E27FC236}">
                      <a16:creationId xmlns:a16="http://schemas.microsoft.com/office/drawing/2014/main" id="{D7EE40EF-BCF3-A836-A1CA-913ED7EB1DA0}"/>
                    </a:ext>
                  </a:extLst>
                </p:cNvPr>
                <p:cNvGrpSpPr/>
                <p:nvPr/>
              </p:nvGrpSpPr>
              <p:grpSpPr>
                <a:xfrm>
                  <a:off x="6584080" y="8174510"/>
                  <a:ext cx="85725" cy="399069"/>
                  <a:chOff x="0" y="0"/>
                  <a:chExt cx="114300" cy="532092"/>
                </a:xfrm>
                <a:solidFill>
                  <a:srgbClr val="516C4B"/>
                </a:solidFill>
              </p:grpSpPr>
              <p:sp>
                <p:nvSpPr>
                  <p:cNvPr id="210" name="Freeform 16">
                    <a:extLst>
                      <a:ext uri="{FF2B5EF4-FFF2-40B4-BE49-F238E27FC236}">
                        <a16:creationId xmlns:a16="http://schemas.microsoft.com/office/drawing/2014/main" id="{A9AFB875-707A-A430-5277-547FC1ED3E4D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5321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532130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74980"/>
                        </a:lnTo>
                        <a:cubicBezTo>
                          <a:pt x="114300" y="506603"/>
                          <a:pt x="88773" y="532130"/>
                          <a:pt x="57150" y="532130"/>
                        </a:cubicBezTo>
                        <a:cubicBezTo>
                          <a:pt x="25527" y="532130"/>
                          <a:pt x="0" y="506476"/>
                          <a:pt x="0" y="474980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70" name="Group 17">
                  <a:extLst>
                    <a:ext uri="{FF2B5EF4-FFF2-40B4-BE49-F238E27FC236}">
                      <a16:creationId xmlns:a16="http://schemas.microsoft.com/office/drawing/2014/main" id="{56D1BD03-C8BA-D466-DE77-FC42B0638F3F}"/>
                    </a:ext>
                  </a:extLst>
                </p:cNvPr>
                <p:cNvGrpSpPr/>
                <p:nvPr/>
              </p:nvGrpSpPr>
              <p:grpSpPr>
                <a:xfrm>
                  <a:off x="6769818" y="8204114"/>
                  <a:ext cx="85725" cy="339852"/>
                  <a:chOff x="0" y="0"/>
                  <a:chExt cx="114300" cy="453136"/>
                </a:xfrm>
                <a:solidFill>
                  <a:srgbClr val="516C4B"/>
                </a:solidFill>
              </p:grpSpPr>
              <p:sp>
                <p:nvSpPr>
                  <p:cNvPr id="209" name="Freeform 18">
                    <a:extLst>
                      <a:ext uri="{FF2B5EF4-FFF2-40B4-BE49-F238E27FC236}">
                        <a16:creationId xmlns:a16="http://schemas.microsoft.com/office/drawing/2014/main" id="{FBD676A0-29FA-D43A-6DF7-95C19ED657BD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4531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453136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395986"/>
                        </a:lnTo>
                        <a:cubicBezTo>
                          <a:pt x="114300" y="427609"/>
                          <a:pt x="88773" y="453136"/>
                          <a:pt x="57150" y="453136"/>
                        </a:cubicBezTo>
                        <a:cubicBezTo>
                          <a:pt x="25527" y="453136"/>
                          <a:pt x="0" y="427609"/>
                          <a:pt x="0" y="395986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71" name="Group 19">
                  <a:extLst>
                    <a:ext uri="{FF2B5EF4-FFF2-40B4-BE49-F238E27FC236}">
                      <a16:creationId xmlns:a16="http://schemas.microsoft.com/office/drawing/2014/main" id="{DD29DD44-A188-ACFA-250F-7FB830C86EFD}"/>
                    </a:ext>
                  </a:extLst>
                </p:cNvPr>
                <p:cNvGrpSpPr/>
                <p:nvPr/>
              </p:nvGrpSpPr>
              <p:grpSpPr>
                <a:xfrm>
                  <a:off x="6955555" y="8271199"/>
                  <a:ext cx="85725" cy="205692"/>
                  <a:chOff x="0" y="0"/>
                  <a:chExt cx="114300" cy="274256"/>
                </a:xfrm>
                <a:solidFill>
                  <a:srgbClr val="516C4B"/>
                </a:solidFill>
              </p:grpSpPr>
              <p:sp>
                <p:nvSpPr>
                  <p:cNvPr id="208" name="Freeform 20">
                    <a:extLst>
                      <a:ext uri="{FF2B5EF4-FFF2-40B4-BE49-F238E27FC236}">
                        <a16:creationId xmlns:a16="http://schemas.microsoft.com/office/drawing/2014/main" id="{B88BD7AF-1563-2BAE-13D4-15D351670D75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2741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274193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217043"/>
                        </a:lnTo>
                        <a:cubicBezTo>
                          <a:pt x="114300" y="248666"/>
                          <a:pt x="88773" y="274193"/>
                          <a:pt x="57150" y="274193"/>
                        </a:cubicBezTo>
                        <a:cubicBezTo>
                          <a:pt x="25527" y="274193"/>
                          <a:pt x="0" y="248666"/>
                          <a:pt x="0" y="217043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72" name="Group 21">
                  <a:extLst>
                    <a:ext uri="{FF2B5EF4-FFF2-40B4-BE49-F238E27FC236}">
                      <a16:creationId xmlns:a16="http://schemas.microsoft.com/office/drawing/2014/main" id="{1E78E5A3-D987-6963-75F2-179AA1D5AA71}"/>
                    </a:ext>
                  </a:extLst>
                </p:cNvPr>
                <p:cNvGrpSpPr/>
                <p:nvPr/>
              </p:nvGrpSpPr>
              <p:grpSpPr>
                <a:xfrm>
                  <a:off x="7141293" y="8306384"/>
                  <a:ext cx="85725" cy="135312"/>
                  <a:chOff x="0" y="0"/>
                  <a:chExt cx="114300" cy="180416"/>
                </a:xfrm>
                <a:solidFill>
                  <a:srgbClr val="516C4B"/>
                </a:solidFill>
              </p:grpSpPr>
              <p:sp>
                <p:nvSpPr>
                  <p:cNvPr id="207" name="Freeform 22">
                    <a:extLst>
                      <a:ext uri="{FF2B5EF4-FFF2-40B4-BE49-F238E27FC236}">
                        <a16:creationId xmlns:a16="http://schemas.microsoft.com/office/drawing/2014/main" id="{F5EBCEBC-AEB1-8FFA-E223-4A02C57C67B6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1804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180467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123317"/>
                        </a:lnTo>
                        <a:cubicBezTo>
                          <a:pt x="114300" y="154940"/>
                          <a:pt x="88773" y="180467"/>
                          <a:pt x="57150" y="180467"/>
                        </a:cubicBezTo>
                        <a:cubicBezTo>
                          <a:pt x="25527" y="180467"/>
                          <a:pt x="0" y="154813"/>
                          <a:pt x="0" y="123317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73" name="Group 23">
                  <a:extLst>
                    <a:ext uri="{FF2B5EF4-FFF2-40B4-BE49-F238E27FC236}">
                      <a16:creationId xmlns:a16="http://schemas.microsoft.com/office/drawing/2014/main" id="{E4F6A2CC-D340-A1F0-C7D3-A3289841D55F}"/>
                    </a:ext>
                  </a:extLst>
                </p:cNvPr>
                <p:cNvGrpSpPr/>
                <p:nvPr/>
              </p:nvGrpSpPr>
              <p:grpSpPr>
                <a:xfrm>
                  <a:off x="7327030" y="8228926"/>
                  <a:ext cx="85725" cy="290237"/>
                  <a:chOff x="0" y="0"/>
                  <a:chExt cx="114300" cy="386982"/>
                </a:xfrm>
                <a:solidFill>
                  <a:srgbClr val="516C4B"/>
                </a:solidFill>
              </p:grpSpPr>
              <p:sp>
                <p:nvSpPr>
                  <p:cNvPr id="206" name="Freeform 24">
                    <a:extLst>
                      <a:ext uri="{FF2B5EF4-FFF2-40B4-BE49-F238E27FC236}">
                        <a16:creationId xmlns:a16="http://schemas.microsoft.com/office/drawing/2014/main" id="{E249179B-CA3D-FA95-09A5-5E920A4A0981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3869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386969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329819"/>
                        </a:lnTo>
                        <a:cubicBezTo>
                          <a:pt x="114300" y="361442"/>
                          <a:pt x="88773" y="386969"/>
                          <a:pt x="57150" y="386969"/>
                        </a:cubicBezTo>
                        <a:cubicBezTo>
                          <a:pt x="25527" y="386969"/>
                          <a:pt x="0" y="361442"/>
                          <a:pt x="0" y="329819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74" name="Group 25">
                  <a:extLst>
                    <a:ext uri="{FF2B5EF4-FFF2-40B4-BE49-F238E27FC236}">
                      <a16:creationId xmlns:a16="http://schemas.microsoft.com/office/drawing/2014/main" id="{010478D3-A93A-4FC6-47F9-3CEE43C5ED53}"/>
                    </a:ext>
                  </a:extLst>
                </p:cNvPr>
                <p:cNvGrpSpPr/>
                <p:nvPr/>
              </p:nvGrpSpPr>
              <p:grpSpPr>
                <a:xfrm>
                  <a:off x="7512768" y="8181625"/>
                  <a:ext cx="85725" cy="384839"/>
                  <a:chOff x="0" y="0"/>
                  <a:chExt cx="114300" cy="513118"/>
                </a:xfrm>
                <a:solidFill>
                  <a:srgbClr val="516C4B"/>
                </a:solidFill>
              </p:grpSpPr>
              <p:sp>
                <p:nvSpPr>
                  <p:cNvPr id="205" name="Freeform 26">
                    <a:extLst>
                      <a:ext uri="{FF2B5EF4-FFF2-40B4-BE49-F238E27FC236}">
                        <a16:creationId xmlns:a16="http://schemas.microsoft.com/office/drawing/2014/main" id="{3CE84962-3C35-B4F7-357D-F1E625035D34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5130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513080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55930"/>
                        </a:lnTo>
                        <a:cubicBezTo>
                          <a:pt x="114300" y="487553"/>
                          <a:pt x="88773" y="513080"/>
                          <a:pt x="57150" y="513080"/>
                        </a:cubicBezTo>
                        <a:cubicBezTo>
                          <a:pt x="25527" y="513080"/>
                          <a:pt x="0" y="487553"/>
                          <a:pt x="0" y="455930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75" name="Group 27">
                  <a:extLst>
                    <a:ext uri="{FF2B5EF4-FFF2-40B4-BE49-F238E27FC236}">
                      <a16:creationId xmlns:a16="http://schemas.microsoft.com/office/drawing/2014/main" id="{6F599857-6C3B-FB0F-01D8-40C68A091703}"/>
                    </a:ext>
                  </a:extLst>
                </p:cNvPr>
                <p:cNvGrpSpPr/>
                <p:nvPr/>
              </p:nvGrpSpPr>
              <p:grpSpPr>
                <a:xfrm>
                  <a:off x="7698505" y="8178435"/>
                  <a:ext cx="85725" cy="391220"/>
                  <a:chOff x="0" y="0"/>
                  <a:chExt cx="114300" cy="521627"/>
                </a:xfrm>
                <a:solidFill>
                  <a:srgbClr val="516C4B"/>
                </a:solidFill>
              </p:grpSpPr>
              <p:sp>
                <p:nvSpPr>
                  <p:cNvPr id="204" name="Freeform 28">
                    <a:extLst>
                      <a:ext uri="{FF2B5EF4-FFF2-40B4-BE49-F238E27FC236}">
                        <a16:creationId xmlns:a16="http://schemas.microsoft.com/office/drawing/2014/main" id="{1F3A4FFE-0BDF-61CE-F43D-BB0A65880BB2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5215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521589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64439"/>
                        </a:lnTo>
                        <a:cubicBezTo>
                          <a:pt x="114300" y="496062"/>
                          <a:pt x="88773" y="521589"/>
                          <a:pt x="57150" y="521589"/>
                        </a:cubicBezTo>
                        <a:cubicBezTo>
                          <a:pt x="25527" y="521589"/>
                          <a:pt x="0" y="496062"/>
                          <a:pt x="0" y="464439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76" name="Group 29">
                  <a:extLst>
                    <a:ext uri="{FF2B5EF4-FFF2-40B4-BE49-F238E27FC236}">
                      <a16:creationId xmlns:a16="http://schemas.microsoft.com/office/drawing/2014/main" id="{F733063B-6C7F-B0AF-A65A-DF0C042861F7}"/>
                    </a:ext>
                  </a:extLst>
                </p:cNvPr>
                <p:cNvGrpSpPr/>
                <p:nvPr/>
              </p:nvGrpSpPr>
              <p:grpSpPr>
                <a:xfrm>
                  <a:off x="7884243" y="8220297"/>
                  <a:ext cx="85725" cy="307496"/>
                  <a:chOff x="0" y="0"/>
                  <a:chExt cx="114300" cy="409994"/>
                </a:xfrm>
                <a:solidFill>
                  <a:srgbClr val="516C4B"/>
                </a:solidFill>
              </p:grpSpPr>
              <p:sp>
                <p:nvSpPr>
                  <p:cNvPr id="203" name="Freeform 30">
                    <a:extLst>
                      <a:ext uri="{FF2B5EF4-FFF2-40B4-BE49-F238E27FC236}">
                        <a16:creationId xmlns:a16="http://schemas.microsoft.com/office/drawing/2014/main" id="{6F41FDD6-936E-AD7D-E2BB-551113FAF651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4099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409956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352806"/>
                        </a:lnTo>
                        <a:cubicBezTo>
                          <a:pt x="114300" y="384429"/>
                          <a:pt x="88773" y="409956"/>
                          <a:pt x="57150" y="409956"/>
                        </a:cubicBezTo>
                        <a:cubicBezTo>
                          <a:pt x="25527" y="409956"/>
                          <a:pt x="0" y="384429"/>
                          <a:pt x="0" y="352806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77" name="Group 31">
                  <a:extLst>
                    <a:ext uri="{FF2B5EF4-FFF2-40B4-BE49-F238E27FC236}">
                      <a16:creationId xmlns:a16="http://schemas.microsoft.com/office/drawing/2014/main" id="{52B792E1-F990-8F41-1DEA-F7E41C090A66}"/>
                    </a:ext>
                  </a:extLst>
                </p:cNvPr>
                <p:cNvGrpSpPr/>
                <p:nvPr/>
              </p:nvGrpSpPr>
              <p:grpSpPr>
                <a:xfrm>
                  <a:off x="8069980" y="8294859"/>
                  <a:ext cx="85725" cy="158363"/>
                  <a:chOff x="0" y="0"/>
                  <a:chExt cx="114300" cy="211150"/>
                </a:xfrm>
                <a:solidFill>
                  <a:srgbClr val="516C4B"/>
                </a:solidFill>
              </p:grpSpPr>
              <p:sp>
                <p:nvSpPr>
                  <p:cNvPr id="202" name="Freeform 32">
                    <a:extLst>
                      <a:ext uri="{FF2B5EF4-FFF2-40B4-BE49-F238E27FC236}">
                        <a16:creationId xmlns:a16="http://schemas.microsoft.com/office/drawing/2014/main" id="{ABABC567-2FF9-8122-C4FA-BE71FDD15E14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2112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211201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154051"/>
                        </a:lnTo>
                        <a:cubicBezTo>
                          <a:pt x="114300" y="185674"/>
                          <a:pt x="88773" y="211201"/>
                          <a:pt x="57150" y="211201"/>
                        </a:cubicBezTo>
                        <a:cubicBezTo>
                          <a:pt x="25527" y="211201"/>
                          <a:pt x="0" y="185547"/>
                          <a:pt x="0" y="154051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78" name="Group 33">
                  <a:extLst>
                    <a:ext uri="{FF2B5EF4-FFF2-40B4-BE49-F238E27FC236}">
                      <a16:creationId xmlns:a16="http://schemas.microsoft.com/office/drawing/2014/main" id="{1BC33167-2287-EBF6-AAA2-1D783F1F61C7}"/>
                    </a:ext>
                  </a:extLst>
                </p:cNvPr>
                <p:cNvGrpSpPr/>
                <p:nvPr/>
              </p:nvGrpSpPr>
              <p:grpSpPr>
                <a:xfrm>
                  <a:off x="8255718" y="8282219"/>
                  <a:ext cx="85725" cy="183652"/>
                  <a:chOff x="0" y="0"/>
                  <a:chExt cx="114300" cy="244869"/>
                </a:xfrm>
                <a:solidFill>
                  <a:srgbClr val="516C4B"/>
                </a:solidFill>
              </p:grpSpPr>
              <p:sp>
                <p:nvSpPr>
                  <p:cNvPr id="201" name="Freeform 34">
                    <a:extLst>
                      <a:ext uri="{FF2B5EF4-FFF2-40B4-BE49-F238E27FC236}">
                        <a16:creationId xmlns:a16="http://schemas.microsoft.com/office/drawing/2014/main" id="{040B86D5-85F3-FD9B-EE5D-4051E4D0E542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2448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244856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187706"/>
                        </a:lnTo>
                        <a:cubicBezTo>
                          <a:pt x="114300" y="219329"/>
                          <a:pt x="88773" y="244856"/>
                          <a:pt x="57150" y="244856"/>
                        </a:cubicBezTo>
                        <a:cubicBezTo>
                          <a:pt x="25527" y="244856"/>
                          <a:pt x="0" y="219329"/>
                          <a:pt x="0" y="187706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79" name="Group 35">
                  <a:extLst>
                    <a:ext uri="{FF2B5EF4-FFF2-40B4-BE49-F238E27FC236}">
                      <a16:creationId xmlns:a16="http://schemas.microsoft.com/office/drawing/2014/main" id="{EC918C40-BAD1-3952-9DB2-3999A4E6F49B}"/>
                    </a:ext>
                  </a:extLst>
                </p:cNvPr>
                <p:cNvGrpSpPr/>
                <p:nvPr/>
              </p:nvGrpSpPr>
              <p:grpSpPr>
                <a:xfrm>
                  <a:off x="8441455" y="8211382"/>
                  <a:ext cx="85725" cy="325326"/>
                  <a:chOff x="0" y="0"/>
                  <a:chExt cx="114300" cy="433768"/>
                </a:xfrm>
                <a:solidFill>
                  <a:srgbClr val="516C4B"/>
                </a:solidFill>
              </p:grpSpPr>
              <p:sp>
                <p:nvSpPr>
                  <p:cNvPr id="200" name="Freeform 36">
                    <a:extLst>
                      <a:ext uri="{FF2B5EF4-FFF2-40B4-BE49-F238E27FC236}">
                        <a16:creationId xmlns:a16="http://schemas.microsoft.com/office/drawing/2014/main" id="{46A7314E-240C-5301-2171-906F8879FA23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4337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433705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376555"/>
                        </a:lnTo>
                        <a:cubicBezTo>
                          <a:pt x="114300" y="408178"/>
                          <a:pt x="88773" y="433705"/>
                          <a:pt x="57150" y="433705"/>
                        </a:cubicBezTo>
                        <a:cubicBezTo>
                          <a:pt x="25527" y="433705"/>
                          <a:pt x="0" y="408178"/>
                          <a:pt x="0" y="376555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80" name="Group 37">
                  <a:extLst>
                    <a:ext uri="{FF2B5EF4-FFF2-40B4-BE49-F238E27FC236}">
                      <a16:creationId xmlns:a16="http://schemas.microsoft.com/office/drawing/2014/main" id="{639E7464-D8EB-4543-056C-4D139EA208A4}"/>
                    </a:ext>
                  </a:extLst>
                </p:cNvPr>
                <p:cNvGrpSpPr/>
                <p:nvPr/>
              </p:nvGrpSpPr>
              <p:grpSpPr>
                <a:xfrm>
                  <a:off x="8627193" y="8175873"/>
                  <a:ext cx="85725" cy="396335"/>
                  <a:chOff x="0" y="0"/>
                  <a:chExt cx="114300" cy="528447"/>
                </a:xfrm>
                <a:solidFill>
                  <a:srgbClr val="516C4B"/>
                </a:solidFill>
              </p:grpSpPr>
              <p:sp>
                <p:nvSpPr>
                  <p:cNvPr id="199" name="Freeform 38">
                    <a:extLst>
                      <a:ext uri="{FF2B5EF4-FFF2-40B4-BE49-F238E27FC236}">
                        <a16:creationId xmlns:a16="http://schemas.microsoft.com/office/drawing/2014/main" id="{30D12121-E8F6-2052-8A65-5701BC3A417D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5284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528447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71297"/>
                        </a:lnTo>
                        <a:cubicBezTo>
                          <a:pt x="114300" y="502920"/>
                          <a:pt x="88773" y="528447"/>
                          <a:pt x="57150" y="528447"/>
                        </a:cubicBezTo>
                        <a:cubicBezTo>
                          <a:pt x="25527" y="528447"/>
                          <a:pt x="0" y="502793"/>
                          <a:pt x="0" y="471297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81" name="Group 39">
                  <a:extLst>
                    <a:ext uri="{FF2B5EF4-FFF2-40B4-BE49-F238E27FC236}">
                      <a16:creationId xmlns:a16="http://schemas.microsoft.com/office/drawing/2014/main" id="{8ED7B1A4-0B19-A40D-5085-04C3671BC561}"/>
                    </a:ext>
                  </a:extLst>
                </p:cNvPr>
                <p:cNvGrpSpPr/>
                <p:nvPr/>
              </p:nvGrpSpPr>
              <p:grpSpPr>
                <a:xfrm>
                  <a:off x="8812930" y="8186179"/>
                  <a:ext cx="85725" cy="375723"/>
                  <a:chOff x="0" y="0"/>
                  <a:chExt cx="114300" cy="500964"/>
                </a:xfrm>
                <a:solidFill>
                  <a:srgbClr val="516C4B"/>
                </a:solidFill>
              </p:grpSpPr>
              <p:sp>
                <p:nvSpPr>
                  <p:cNvPr id="198" name="Freeform 40">
                    <a:extLst>
                      <a:ext uri="{FF2B5EF4-FFF2-40B4-BE49-F238E27FC236}">
                        <a16:creationId xmlns:a16="http://schemas.microsoft.com/office/drawing/2014/main" id="{A341995B-F7BD-CDE5-E68C-D38BF7CE28F4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5010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501015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43865"/>
                        </a:lnTo>
                        <a:cubicBezTo>
                          <a:pt x="114300" y="475488"/>
                          <a:pt x="88773" y="501015"/>
                          <a:pt x="57150" y="501015"/>
                        </a:cubicBezTo>
                        <a:cubicBezTo>
                          <a:pt x="25527" y="501015"/>
                          <a:pt x="0" y="475361"/>
                          <a:pt x="0" y="443865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82" name="Group 41">
                  <a:extLst>
                    <a:ext uri="{FF2B5EF4-FFF2-40B4-BE49-F238E27FC236}">
                      <a16:creationId xmlns:a16="http://schemas.microsoft.com/office/drawing/2014/main" id="{78CF5748-36C7-E929-B1A9-1E1DF959CF42}"/>
                    </a:ext>
                  </a:extLst>
                </p:cNvPr>
                <p:cNvGrpSpPr/>
                <p:nvPr/>
              </p:nvGrpSpPr>
              <p:grpSpPr>
                <a:xfrm>
                  <a:off x="8998668" y="8239252"/>
                  <a:ext cx="85725" cy="269576"/>
                  <a:chOff x="0" y="0"/>
                  <a:chExt cx="114300" cy="359435"/>
                </a:xfrm>
                <a:solidFill>
                  <a:srgbClr val="516C4B"/>
                </a:solidFill>
              </p:grpSpPr>
              <p:sp>
                <p:nvSpPr>
                  <p:cNvPr id="197" name="Freeform 42">
                    <a:extLst>
                      <a:ext uri="{FF2B5EF4-FFF2-40B4-BE49-F238E27FC236}">
                        <a16:creationId xmlns:a16="http://schemas.microsoft.com/office/drawing/2014/main" id="{9B9FAB7D-A541-F5FE-F65E-7A3C2AF25431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3594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359410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302260"/>
                        </a:lnTo>
                        <a:cubicBezTo>
                          <a:pt x="114300" y="333883"/>
                          <a:pt x="88773" y="359410"/>
                          <a:pt x="57150" y="359410"/>
                        </a:cubicBezTo>
                        <a:cubicBezTo>
                          <a:pt x="25527" y="359410"/>
                          <a:pt x="0" y="333883"/>
                          <a:pt x="0" y="302260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83" name="Group 43">
                  <a:extLst>
                    <a:ext uri="{FF2B5EF4-FFF2-40B4-BE49-F238E27FC236}">
                      <a16:creationId xmlns:a16="http://schemas.microsoft.com/office/drawing/2014/main" id="{18D571E0-6DDB-A92F-C875-672D2C915BC3}"/>
                    </a:ext>
                  </a:extLst>
                </p:cNvPr>
                <p:cNvGrpSpPr/>
                <p:nvPr/>
              </p:nvGrpSpPr>
              <p:grpSpPr>
                <a:xfrm>
                  <a:off x="9184405" y="8319433"/>
                  <a:ext cx="85725" cy="109205"/>
                  <a:chOff x="0" y="0"/>
                  <a:chExt cx="114300" cy="145606"/>
                </a:xfrm>
                <a:solidFill>
                  <a:srgbClr val="516C4B"/>
                </a:solidFill>
              </p:grpSpPr>
              <p:sp>
                <p:nvSpPr>
                  <p:cNvPr id="196" name="Freeform 44">
                    <a:extLst>
                      <a:ext uri="{FF2B5EF4-FFF2-40B4-BE49-F238E27FC236}">
                        <a16:creationId xmlns:a16="http://schemas.microsoft.com/office/drawing/2014/main" id="{8D41193D-4FD8-08CD-6E48-B8B62EA5B90A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1456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145669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88519"/>
                        </a:lnTo>
                        <a:cubicBezTo>
                          <a:pt x="114300" y="120142"/>
                          <a:pt x="88773" y="145669"/>
                          <a:pt x="57150" y="145669"/>
                        </a:cubicBezTo>
                        <a:cubicBezTo>
                          <a:pt x="25527" y="145669"/>
                          <a:pt x="0" y="120015"/>
                          <a:pt x="0" y="88519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84" name="Group 45">
                  <a:extLst>
                    <a:ext uri="{FF2B5EF4-FFF2-40B4-BE49-F238E27FC236}">
                      <a16:creationId xmlns:a16="http://schemas.microsoft.com/office/drawing/2014/main" id="{5D19E196-3AE9-49B9-E7A9-DB8F8D9E74E3}"/>
                    </a:ext>
                  </a:extLst>
                </p:cNvPr>
                <p:cNvGrpSpPr/>
                <p:nvPr/>
              </p:nvGrpSpPr>
              <p:grpSpPr>
                <a:xfrm>
                  <a:off x="9370143" y="8259274"/>
                  <a:ext cx="85725" cy="229543"/>
                  <a:chOff x="0" y="0"/>
                  <a:chExt cx="114300" cy="306057"/>
                </a:xfrm>
                <a:solidFill>
                  <a:srgbClr val="516C4B"/>
                </a:solidFill>
              </p:grpSpPr>
              <p:sp>
                <p:nvSpPr>
                  <p:cNvPr id="195" name="Freeform 46">
                    <a:extLst>
                      <a:ext uri="{FF2B5EF4-FFF2-40B4-BE49-F238E27FC236}">
                        <a16:creationId xmlns:a16="http://schemas.microsoft.com/office/drawing/2014/main" id="{310869AE-ED17-C85C-50B3-790CEECC781F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3060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306070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248920"/>
                        </a:lnTo>
                        <a:cubicBezTo>
                          <a:pt x="114300" y="280543"/>
                          <a:pt x="88773" y="306070"/>
                          <a:pt x="57150" y="306070"/>
                        </a:cubicBezTo>
                        <a:cubicBezTo>
                          <a:pt x="25527" y="306070"/>
                          <a:pt x="0" y="280416"/>
                          <a:pt x="0" y="248920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85" name="Group 47">
                  <a:extLst>
                    <a:ext uri="{FF2B5EF4-FFF2-40B4-BE49-F238E27FC236}">
                      <a16:creationId xmlns:a16="http://schemas.microsoft.com/office/drawing/2014/main" id="{DE16B657-71C1-EDED-EB34-E3578A97A45F}"/>
                    </a:ext>
                  </a:extLst>
                </p:cNvPr>
                <p:cNvGrpSpPr/>
                <p:nvPr/>
              </p:nvGrpSpPr>
              <p:grpSpPr>
                <a:xfrm>
                  <a:off x="9555880" y="8196828"/>
                  <a:ext cx="85725" cy="354416"/>
                  <a:chOff x="0" y="0"/>
                  <a:chExt cx="114300" cy="472554"/>
                </a:xfrm>
                <a:solidFill>
                  <a:srgbClr val="516C4B"/>
                </a:solidFill>
              </p:grpSpPr>
              <p:sp>
                <p:nvSpPr>
                  <p:cNvPr id="194" name="Freeform 48">
                    <a:extLst>
                      <a:ext uri="{FF2B5EF4-FFF2-40B4-BE49-F238E27FC236}">
                        <a16:creationId xmlns:a16="http://schemas.microsoft.com/office/drawing/2014/main" id="{D5270148-4443-4315-05F5-C857CD7A4323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4725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472567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15417"/>
                        </a:lnTo>
                        <a:cubicBezTo>
                          <a:pt x="114300" y="447040"/>
                          <a:pt x="88773" y="472567"/>
                          <a:pt x="57150" y="472567"/>
                        </a:cubicBezTo>
                        <a:cubicBezTo>
                          <a:pt x="25527" y="472567"/>
                          <a:pt x="0" y="446913"/>
                          <a:pt x="0" y="415417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86" name="Group 49">
                  <a:extLst>
                    <a:ext uri="{FF2B5EF4-FFF2-40B4-BE49-F238E27FC236}">
                      <a16:creationId xmlns:a16="http://schemas.microsoft.com/office/drawing/2014/main" id="{15502916-AFE0-C790-7F69-F5F4722E0C0A}"/>
                    </a:ext>
                  </a:extLst>
                </p:cNvPr>
                <p:cNvGrpSpPr/>
                <p:nvPr/>
              </p:nvGrpSpPr>
              <p:grpSpPr>
                <a:xfrm>
                  <a:off x="9741618" y="8174015"/>
                  <a:ext cx="85725" cy="400050"/>
                  <a:chOff x="0" y="0"/>
                  <a:chExt cx="114300" cy="533400"/>
                </a:xfrm>
                <a:solidFill>
                  <a:srgbClr val="516C4B"/>
                </a:solidFill>
              </p:grpSpPr>
              <p:sp>
                <p:nvSpPr>
                  <p:cNvPr id="193" name="Freeform 50">
                    <a:extLst>
                      <a:ext uri="{FF2B5EF4-FFF2-40B4-BE49-F238E27FC236}">
                        <a16:creationId xmlns:a16="http://schemas.microsoft.com/office/drawing/2014/main" id="{09BFAED3-9A7D-6A94-9607-2C3AEFD72567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533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533400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76250"/>
                        </a:lnTo>
                        <a:cubicBezTo>
                          <a:pt x="114300" y="507746"/>
                          <a:pt x="88773" y="533400"/>
                          <a:pt x="57150" y="533400"/>
                        </a:cubicBezTo>
                        <a:cubicBezTo>
                          <a:pt x="25527" y="533400"/>
                          <a:pt x="0" y="507746"/>
                          <a:pt x="0" y="476250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87" name="Group 51">
                  <a:extLst>
                    <a:ext uri="{FF2B5EF4-FFF2-40B4-BE49-F238E27FC236}">
                      <a16:creationId xmlns:a16="http://schemas.microsoft.com/office/drawing/2014/main" id="{297C1D14-4461-108D-EDE0-707CDD2E39CE}"/>
                    </a:ext>
                  </a:extLst>
                </p:cNvPr>
                <p:cNvGrpSpPr/>
                <p:nvPr/>
              </p:nvGrpSpPr>
              <p:grpSpPr>
                <a:xfrm>
                  <a:off x="9927355" y="8197561"/>
                  <a:ext cx="85725" cy="352968"/>
                  <a:chOff x="0" y="0"/>
                  <a:chExt cx="114300" cy="470624"/>
                </a:xfrm>
                <a:solidFill>
                  <a:srgbClr val="516C4B"/>
                </a:solidFill>
              </p:grpSpPr>
              <p:sp>
                <p:nvSpPr>
                  <p:cNvPr id="192" name="Freeform 52">
                    <a:extLst>
                      <a:ext uri="{FF2B5EF4-FFF2-40B4-BE49-F238E27FC236}">
                        <a16:creationId xmlns:a16="http://schemas.microsoft.com/office/drawing/2014/main" id="{A3EDE874-9599-6685-FB94-392E2B4BF457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4706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470662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13512"/>
                        </a:lnTo>
                        <a:cubicBezTo>
                          <a:pt x="114300" y="445135"/>
                          <a:pt x="88773" y="470662"/>
                          <a:pt x="57150" y="470662"/>
                        </a:cubicBezTo>
                        <a:cubicBezTo>
                          <a:pt x="25527" y="470662"/>
                          <a:pt x="0" y="445008"/>
                          <a:pt x="0" y="413512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88" name="Group 53">
                  <a:extLst>
                    <a:ext uri="{FF2B5EF4-FFF2-40B4-BE49-F238E27FC236}">
                      <a16:creationId xmlns:a16="http://schemas.microsoft.com/office/drawing/2014/main" id="{EB0B152A-9301-086C-E24E-F1CE1F78B225}"/>
                    </a:ext>
                  </a:extLst>
                </p:cNvPr>
                <p:cNvGrpSpPr/>
                <p:nvPr/>
              </p:nvGrpSpPr>
              <p:grpSpPr>
                <a:xfrm>
                  <a:off x="10113093" y="8260512"/>
                  <a:ext cx="85725" cy="227057"/>
                  <a:chOff x="0" y="0"/>
                  <a:chExt cx="114300" cy="302743"/>
                </a:xfrm>
                <a:solidFill>
                  <a:srgbClr val="516C4B"/>
                </a:solidFill>
              </p:grpSpPr>
              <p:sp>
                <p:nvSpPr>
                  <p:cNvPr id="191" name="Freeform 54">
                    <a:extLst>
                      <a:ext uri="{FF2B5EF4-FFF2-40B4-BE49-F238E27FC236}">
                        <a16:creationId xmlns:a16="http://schemas.microsoft.com/office/drawing/2014/main" id="{220B51F7-CC3D-3F5B-3F83-82995B6A97AE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3027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302768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245618"/>
                        </a:lnTo>
                        <a:cubicBezTo>
                          <a:pt x="114300" y="277241"/>
                          <a:pt x="88773" y="302768"/>
                          <a:pt x="57150" y="302768"/>
                        </a:cubicBezTo>
                        <a:cubicBezTo>
                          <a:pt x="25527" y="302768"/>
                          <a:pt x="0" y="277114"/>
                          <a:pt x="0" y="245618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189" name="Group 55">
                  <a:extLst>
                    <a:ext uri="{FF2B5EF4-FFF2-40B4-BE49-F238E27FC236}">
                      <a16:creationId xmlns:a16="http://schemas.microsoft.com/office/drawing/2014/main" id="{AD68C4D9-C0FA-D442-E054-DA5DB96A3ECC}"/>
                    </a:ext>
                  </a:extLst>
                </p:cNvPr>
                <p:cNvGrpSpPr/>
                <p:nvPr/>
              </p:nvGrpSpPr>
              <p:grpSpPr>
                <a:xfrm>
                  <a:off x="10298830" y="8318052"/>
                  <a:ext cx="85725" cy="111986"/>
                  <a:chOff x="0" y="0"/>
                  <a:chExt cx="114300" cy="149314"/>
                </a:xfrm>
                <a:solidFill>
                  <a:srgbClr val="516C4B"/>
                </a:solidFill>
              </p:grpSpPr>
              <p:sp>
                <p:nvSpPr>
                  <p:cNvPr id="190" name="Freeform 56">
                    <a:extLst>
                      <a:ext uri="{FF2B5EF4-FFF2-40B4-BE49-F238E27FC236}">
                        <a16:creationId xmlns:a16="http://schemas.microsoft.com/office/drawing/2014/main" id="{096A5BDB-667E-B87C-27FC-E12AA3B0013B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1493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149352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92202"/>
                        </a:lnTo>
                        <a:cubicBezTo>
                          <a:pt x="114300" y="123825"/>
                          <a:pt x="88773" y="149352"/>
                          <a:pt x="57150" y="149352"/>
                        </a:cubicBezTo>
                        <a:cubicBezTo>
                          <a:pt x="25527" y="149352"/>
                          <a:pt x="0" y="123698"/>
                          <a:pt x="0" y="92202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</p:grpSp>
        <p:grpSp>
          <p:nvGrpSpPr>
            <p:cNvPr id="263" name="Группа 262">
              <a:extLst>
                <a:ext uri="{FF2B5EF4-FFF2-40B4-BE49-F238E27FC236}">
                  <a16:creationId xmlns:a16="http://schemas.microsoft.com/office/drawing/2014/main" id="{F9C44DB9-5B53-2E4D-20B0-8D11D48ED24F}"/>
                </a:ext>
              </a:extLst>
            </p:cNvPr>
            <p:cNvGrpSpPr/>
            <p:nvPr/>
          </p:nvGrpSpPr>
          <p:grpSpPr>
            <a:xfrm>
              <a:off x="9516623" y="3126587"/>
              <a:ext cx="8616949" cy="404483"/>
              <a:chOff x="1197694" y="8174396"/>
              <a:chExt cx="8616949" cy="404483"/>
            </a:xfrm>
          </p:grpSpPr>
          <p:grpSp>
            <p:nvGrpSpPr>
              <p:cNvPr id="264" name="Group 8">
                <a:extLst>
                  <a:ext uri="{FF2B5EF4-FFF2-40B4-BE49-F238E27FC236}">
                    <a16:creationId xmlns:a16="http://schemas.microsoft.com/office/drawing/2014/main" id="{D1D42ED7-25AB-9E38-88E5-496ED3EC7620}"/>
                  </a:ext>
                </a:extLst>
              </p:cNvPr>
              <p:cNvGrpSpPr/>
              <p:nvPr/>
            </p:nvGrpSpPr>
            <p:grpSpPr>
              <a:xfrm>
                <a:off x="1197694" y="8178829"/>
                <a:ext cx="4729162" cy="400050"/>
                <a:chOff x="0" y="0"/>
                <a:chExt cx="6305550" cy="533400"/>
              </a:xfrm>
              <a:solidFill>
                <a:srgbClr val="516C4B"/>
              </a:solidFill>
            </p:grpSpPr>
            <p:grpSp>
              <p:nvGrpSpPr>
                <p:cNvPr id="308" name="Group 9">
                  <a:extLst>
                    <a:ext uri="{FF2B5EF4-FFF2-40B4-BE49-F238E27FC236}">
                      <a16:creationId xmlns:a16="http://schemas.microsoft.com/office/drawing/2014/main" id="{6A3023A9-2F62-BC30-41FA-5117EFFCBEFB}"/>
                    </a:ext>
                  </a:extLst>
                </p:cNvPr>
                <p:cNvGrpSpPr/>
                <p:nvPr/>
              </p:nvGrpSpPr>
              <p:grpSpPr>
                <a:xfrm>
                  <a:off x="0" y="209550"/>
                  <a:ext cx="114300" cy="114300"/>
                  <a:chOff x="0" y="0"/>
                  <a:chExt cx="114300" cy="114300"/>
                </a:xfrm>
                <a:grpFill/>
              </p:grpSpPr>
              <p:sp>
                <p:nvSpPr>
                  <p:cNvPr id="359" name="Freeform 10">
                    <a:extLst>
                      <a:ext uri="{FF2B5EF4-FFF2-40B4-BE49-F238E27FC236}">
                        <a16:creationId xmlns:a16="http://schemas.microsoft.com/office/drawing/2014/main" id="{6D405B11-811C-B139-CFDF-BB5B6BBBC831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11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114300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cubicBezTo>
                          <a:pt x="114300" y="88773"/>
                          <a:pt x="88773" y="114300"/>
                          <a:pt x="57150" y="114300"/>
                        </a:cubicBezTo>
                        <a:cubicBezTo>
                          <a:pt x="25527" y="114300"/>
                          <a:pt x="0" y="88773"/>
                          <a:pt x="0" y="57150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09" name="Group 11">
                  <a:extLst>
                    <a:ext uri="{FF2B5EF4-FFF2-40B4-BE49-F238E27FC236}">
                      <a16:creationId xmlns:a16="http://schemas.microsoft.com/office/drawing/2014/main" id="{1620E72A-C5F3-5ADD-5D86-C06721D915C4}"/>
                    </a:ext>
                  </a:extLst>
                </p:cNvPr>
                <p:cNvGrpSpPr/>
                <p:nvPr/>
              </p:nvGrpSpPr>
              <p:grpSpPr>
                <a:xfrm>
                  <a:off x="247650" y="100025"/>
                  <a:ext cx="114300" cy="333362"/>
                  <a:chOff x="0" y="0"/>
                  <a:chExt cx="114300" cy="333362"/>
                </a:xfrm>
                <a:grpFill/>
              </p:grpSpPr>
              <p:sp>
                <p:nvSpPr>
                  <p:cNvPr id="358" name="Freeform 12">
                    <a:extLst>
                      <a:ext uri="{FF2B5EF4-FFF2-40B4-BE49-F238E27FC236}">
                        <a16:creationId xmlns:a16="http://schemas.microsoft.com/office/drawing/2014/main" id="{582A529C-3B8F-1E32-D490-F99372B82D6B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333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333375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276225"/>
                        </a:lnTo>
                        <a:cubicBezTo>
                          <a:pt x="114300" y="307848"/>
                          <a:pt x="88773" y="333375"/>
                          <a:pt x="57150" y="333375"/>
                        </a:cubicBezTo>
                        <a:cubicBezTo>
                          <a:pt x="25527" y="333375"/>
                          <a:pt x="0" y="307721"/>
                          <a:pt x="0" y="276225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10" name="Group 13">
                  <a:extLst>
                    <a:ext uri="{FF2B5EF4-FFF2-40B4-BE49-F238E27FC236}">
                      <a16:creationId xmlns:a16="http://schemas.microsoft.com/office/drawing/2014/main" id="{D60C8750-487C-6237-9B9A-23CBF10D5FFB}"/>
                    </a:ext>
                  </a:extLst>
                </p:cNvPr>
                <p:cNvGrpSpPr/>
                <p:nvPr/>
              </p:nvGrpSpPr>
              <p:grpSpPr>
                <a:xfrm>
                  <a:off x="495300" y="22797"/>
                  <a:ext cx="114300" cy="487807"/>
                  <a:chOff x="0" y="0"/>
                  <a:chExt cx="114300" cy="487807"/>
                </a:xfrm>
                <a:grpFill/>
              </p:grpSpPr>
              <p:sp>
                <p:nvSpPr>
                  <p:cNvPr id="357" name="Freeform 14">
                    <a:extLst>
                      <a:ext uri="{FF2B5EF4-FFF2-40B4-BE49-F238E27FC236}">
                        <a16:creationId xmlns:a16="http://schemas.microsoft.com/office/drawing/2014/main" id="{2F13DCFD-A793-BA87-97CA-5A4EFD87420E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4878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487807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30657"/>
                        </a:lnTo>
                        <a:cubicBezTo>
                          <a:pt x="114300" y="462280"/>
                          <a:pt x="88773" y="487807"/>
                          <a:pt x="57150" y="487807"/>
                        </a:cubicBezTo>
                        <a:cubicBezTo>
                          <a:pt x="25527" y="487807"/>
                          <a:pt x="0" y="462280"/>
                          <a:pt x="0" y="430657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11" name="Group 15">
                  <a:extLst>
                    <a:ext uri="{FF2B5EF4-FFF2-40B4-BE49-F238E27FC236}">
                      <a16:creationId xmlns:a16="http://schemas.microsoft.com/office/drawing/2014/main" id="{E06C4F97-C036-1566-5C88-54F605894FFD}"/>
                    </a:ext>
                  </a:extLst>
                </p:cNvPr>
                <p:cNvGrpSpPr/>
                <p:nvPr/>
              </p:nvGrpSpPr>
              <p:grpSpPr>
                <a:xfrm>
                  <a:off x="742950" y="660"/>
                  <a:ext cx="114300" cy="532092"/>
                  <a:chOff x="0" y="0"/>
                  <a:chExt cx="114300" cy="532092"/>
                </a:xfrm>
                <a:grpFill/>
              </p:grpSpPr>
              <p:sp>
                <p:nvSpPr>
                  <p:cNvPr id="356" name="Freeform 16">
                    <a:extLst>
                      <a:ext uri="{FF2B5EF4-FFF2-40B4-BE49-F238E27FC236}">
                        <a16:creationId xmlns:a16="http://schemas.microsoft.com/office/drawing/2014/main" id="{02DABC47-76A8-668D-ECD6-F47FF4527751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5321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532130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74980"/>
                        </a:lnTo>
                        <a:cubicBezTo>
                          <a:pt x="114300" y="506603"/>
                          <a:pt x="88773" y="532130"/>
                          <a:pt x="57150" y="532130"/>
                        </a:cubicBezTo>
                        <a:cubicBezTo>
                          <a:pt x="25527" y="532130"/>
                          <a:pt x="0" y="506476"/>
                          <a:pt x="0" y="474980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12" name="Group 17">
                  <a:extLst>
                    <a:ext uri="{FF2B5EF4-FFF2-40B4-BE49-F238E27FC236}">
                      <a16:creationId xmlns:a16="http://schemas.microsoft.com/office/drawing/2014/main" id="{787998CB-AAFA-5ADA-C185-88224962DB13}"/>
                    </a:ext>
                  </a:extLst>
                </p:cNvPr>
                <p:cNvGrpSpPr/>
                <p:nvPr/>
              </p:nvGrpSpPr>
              <p:grpSpPr>
                <a:xfrm>
                  <a:off x="990600" y="40132"/>
                  <a:ext cx="114300" cy="453136"/>
                  <a:chOff x="0" y="0"/>
                  <a:chExt cx="114300" cy="453136"/>
                </a:xfrm>
                <a:grpFill/>
              </p:grpSpPr>
              <p:sp>
                <p:nvSpPr>
                  <p:cNvPr id="355" name="Freeform 18">
                    <a:extLst>
                      <a:ext uri="{FF2B5EF4-FFF2-40B4-BE49-F238E27FC236}">
                        <a16:creationId xmlns:a16="http://schemas.microsoft.com/office/drawing/2014/main" id="{69CBDC36-FD84-AD0B-1545-000859461D47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4531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453136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395986"/>
                        </a:lnTo>
                        <a:cubicBezTo>
                          <a:pt x="114300" y="427609"/>
                          <a:pt x="88773" y="453136"/>
                          <a:pt x="57150" y="453136"/>
                        </a:cubicBezTo>
                        <a:cubicBezTo>
                          <a:pt x="25527" y="453136"/>
                          <a:pt x="0" y="427609"/>
                          <a:pt x="0" y="395986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13" name="Group 19">
                  <a:extLst>
                    <a:ext uri="{FF2B5EF4-FFF2-40B4-BE49-F238E27FC236}">
                      <a16:creationId xmlns:a16="http://schemas.microsoft.com/office/drawing/2014/main" id="{D0590ACF-7F38-E404-CF71-7F85F9B1EEEF}"/>
                    </a:ext>
                  </a:extLst>
                </p:cNvPr>
                <p:cNvGrpSpPr/>
                <p:nvPr/>
              </p:nvGrpSpPr>
              <p:grpSpPr>
                <a:xfrm>
                  <a:off x="1238250" y="129578"/>
                  <a:ext cx="114300" cy="274256"/>
                  <a:chOff x="0" y="0"/>
                  <a:chExt cx="114300" cy="274256"/>
                </a:xfrm>
                <a:grpFill/>
              </p:grpSpPr>
              <p:sp>
                <p:nvSpPr>
                  <p:cNvPr id="354" name="Freeform 20">
                    <a:extLst>
                      <a:ext uri="{FF2B5EF4-FFF2-40B4-BE49-F238E27FC236}">
                        <a16:creationId xmlns:a16="http://schemas.microsoft.com/office/drawing/2014/main" id="{F65D1DE3-9BAF-0149-5C2B-67EF0A1FAB92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2741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274193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217043"/>
                        </a:lnTo>
                        <a:cubicBezTo>
                          <a:pt x="114300" y="248666"/>
                          <a:pt x="88773" y="274193"/>
                          <a:pt x="57150" y="274193"/>
                        </a:cubicBezTo>
                        <a:cubicBezTo>
                          <a:pt x="25527" y="274193"/>
                          <a:pt x="0" y="248666"/>
                          <a:pt x="0" y="217043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14" name="Group 21">
                  <a:extLst>
                    <a:ext uri="{FF2B5EF4-FFF2-40B4-BE49-F238E27FC236}">
                      <a16:creationId xmlns:a16="http://schemas.microsoft.com/office/drawing/2014/main" id="{85BE1CB9-7C12-6D42-DCBD-1F3527F148D8}"/>
                    </a:ext>
                  </a:extLst>
                </p:cNvPr>
                <p:cNvGrpSpPr/>
                <p:nvPr/>
              </p:nvGrpSpPr>
              <p:grpSpPr>
                <a:xfrm>
                  <a:off x="1485900" y="176492"/>
                  <a:ext cx="114300" cy="180416"/>
                  <a:chOff x="0" y="0"/>
                  <a:chExt cx="114300" cy="180416"/>
                </a:xfrm>
                <a:grpFill/>
              </p:grpSpPr>
              <p:sp>
                <p:nvSpPr>
                  <p:cNvPr id="353" name="Freeform 22">
                    <a:extLst>
                      <a:ext uri="{FF2B5EF4-FFF2-40B4-BE49-F238E27FC236}">
                        <a16:creationId xmlns:a16="http://schemas.microsoft.com/office/drawing/2014/main" id="{21C823CC-E0E6-9163-6658-9203DA6342D0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1804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180467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123317"/>
                        </a:lnTo>
                        <a:cubicBezTo>
                          <a:pt x="114300" y="154940"/>
                          <a:pt x="88773" y="180467"/>
                          <a:pt x="57150" y="180467"/>
                        </a:cubicBezTo>
                        <a:cubicBezTo>
                          <a:pt x="25527" y="180467"/>
                          <a:pt x="0" y="154813"/>
                          <a:pt x="0" y="123317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15" name="Group 23">
                  <a:extLst>
                    <a:ext uri="{FF2B5EF4-FFF2-40B4-BE49-F238E27FC236}">
                      <a16:creationId xmlns:a16="http://schemas.microsoft.com/office/drawing/2014/main" id="{37EA7226-1A3E-DEDE-9B04-ADF07BF4666F}"/>
                    </a:ext>
                  </a:extLst>
                </p:cNvPr>
                <p:cNvGrpSpPr/>
                <p:nvPr/>
              </p:nvGrpSpPr>
              <p:grpSpPr>
                <a:xfrm>
                  <a:off x="1733550" y="73215"/>
                  <a:ext cx="114300" cy="386982"/>
                  <a:chOff x="0" y="0"/>
                  <a:chExt cx="114300" cy="386982"/>
                </a:xfrm>
                <a:grpFill/>
              </p:grpSpPr>
              <p:sp>
                <p:nvSpPr>
                  <p:cNvPr id="352" name="Freeform 24">
                    <a:extLst>
                      <a:ext uri="{FF2B5EF4-FFF2-40B4-BE49-F238E27FC236}">
                        <a16:creationId xmlns:a16="http://schemas.microsoft.com/office/drawing/2014/main" id="{8E1E2B1D-65A8-9F17-EFC0-FC35FFB56967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3869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386969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329819"/>
                        </a:lnTo>
                        <a:cubicBezTo>
                          <a:pt x="114300" y="361442"/>
                          <a:pt x="88773" y="386969"/>
                          <a:pt x="57150" y="386969"/>
                        </a:cubicBezTo>
                        <a:cubicBezTo>
                          <a:pt x="25527" y="386969"/>
                          <a:pt x="0" y="361442"/>
                          <a:pt x="0" y="329819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16" name="Group 25">
                  <a:extLst>
                    <a:ext uri="{FF2B5EF4-FFF2-40B4-BE49-F238E27FC236}">
                      <a16:creationId xmlns:a16="http://schemas.microsoft.com/office/drawing/2014/main" id="{76C7AB8F-A839-599B-AC36-E2BBC2DC7D5F}"/>
                    </a:ext>
                  </a:extLst>
                </p:cNvPr>
                <p:cNvGrpSpPr/>
                <p:nvPr/>
              </p:nvGrpSpPr>
              <p:grpSpPr>
                <a:xfrm>
                  <a:off x="1981200" y="10147"/>
                  <a:ext cx="114300" cy="513118"/>
                  <a:chOff x="0" y="0"/>
                  <a:chExt cx="114300" cy="513118"/>
                </a:xfrm>
                <a:grpFill/>
              </p:grpSpPr>
              <p:sp>
                <p:nvSpPr>
                  <p:cNvPr id="351" name="Freeform 26">
                    <a:extLst>
                      <a:ext uri="{FF2B5EF4-FFF2-40B4-BE49-F238E27FC236}">
                        <a16:creationId xmlns:a16="http://schemas.microsoft.com/office/drawing/2014/main" id="{884C03A9-33BF-1FF7-35C0-B3BD2E94FCD7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5130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513080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55930"/>
                        </a:lnTo>
                        <a:cubicBezTo>
                          <a:pt x="114300" y="487553"/>
                          <a:pt x="88773" y="513080"/>
                          <a:pt x="57150" y="513080"/>
                        </a:cubicBezTo>
                        <a:cubicBezTo>
                          <a:pt x="25527" y="513080"/>
                          <a:pt x="0" y="487553"/>
                          <a:pt x="0" y="455930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17" name="Group 27">
                  <a:extLst>
                    <a:ext uri="{FF2B5EF4-FFF2-40B4-BE49-F238E27FC236}">
                      <a16:creationId xmlns:a16="http://schemas.microsoft.com/office/drawing/2014/main" id="{B1602415-646B-8466-5117-90C3430FDAB0}"/>
                    </a:ext>
                  </a:extLst>
                </p:cNvPr>
                <p:cNvGrpSpPr/>
                <p:nvPr/>
              </p:nvGrpSpPr>
              <p:grpSpPr>
                <a:xfrm>
                  <a:off x="2228850" y="5893"/>
                  <a:ext cx="114300" cy="521627"/>
                  <a:chOff x="0" y="0"/>
                  <a:chExt cx="114300" cy="521627"/>
                </a:xfrm>
                <a:grpFill/>
              </p:grpSpPr>
              <p:sp>
                <p:nvSpPr>
                  <p:cNvPr id="350" name="Freeform 28">
                    <a:extLst>
                      <a:ext uri="{FF2B5EF4-FFF2-40B4-BE49-F238E27FC236}">
                        <a16:creationId xmlns:a16="http://schemas.microsoft.com/office/drawing/2014/main" id="{C7F8BE8B-7D88-47C3-B556-75894DF8FDE2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5215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521589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64439"/>
                        </a:lnTo>
                        <a:cubicBezTo>
                          <a:pt x="114300" y="496062"/>
                          <a:pt x="88773" y="521589"/>
                          <a:pt x="57150" y="521589"/>
                        </a:cubicBezTo>
                        <a:cubicBezTo>
                          <a:pt x="25527" y="521589"/>
                          <a:pt x="0" y="496062"/>
                          <a:pt x="0" y="464439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18" name="Group 29">
                  <a:extLst>
                    <a:ext uri="{FF2B5EF4-FFF2-40B4-BE49-F238E27FC236}">
                      <a16:creationId xmlns:a16="http://schemas.microsoft.com/office/drawing/2014/main" id="{E3DE85AD-BF66-AAD9-1F2D-469111EE8A25}"/>
                    </a:ext>
                  </a:extLst>
                </p:cNvPr>
                <p:cNvGrpSpPr/>
                <p:nvPr/>
              </p:nvGrpSpPr>
              <p:grpSpPr>
                <a:xfrm>
                  <a:off x="2476500" y="61709"/>
                  <a:ext cx="114300" cy="409994"/>
                  <a:chOff x="0" y="0"/>
                  <a:chExt cx="114300" cy="409994"/>
                </a:xfrm>
                <a:grpFill/>
              </p:grpSpPr>
              <p:sp>
                <p:nvSpPr>
                  <p:cNvPr id="349" name="Freeform 30">
                    <a:extLst>
                      <a:ext uri="{FF2B5EF4-FFF2-40B4-BE49-F238E27FC236}">
                        <a16:creationId xmlns:a16="http://schemas.microsoft.com/office/drawing/2014/main" id="{1FA67E75-5FAF-A0BF-6875-998659B99677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4099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409956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352806"/>
                        </a:lnTo>
                        <a:cubicBezTo>
                          <a:pt x="114300" y="384429"/>
                          <a:pt x="88773" y="409956"/>
                          <a:pt x="57150" y="409956"/>
                        </a:cubicBezTo>
                        <a:cubicBezTo>
                          <a:pt x="25527" y="409956"/>
                          <a:pt x="0" y="384429"/>
                          <a:pt x="0" y="352806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19" name="Group 31">
                  <a:extLst>
                    <a:ext uri="{FF2B5EF4-FFF2-40B4-BE49-F238E27FC236}">
                      <a16:creationId xmlns:a16="http://schemas.microsoft.com/office/drawing/2014/main" id="{14E69A7D-B34E-0FF0-75BF-F75748A4BB91}"/>
                    </a:ext>
                  </a:extLst>
                </p:cNvPr>
                <p:cNvGrpSpPr/>
                <p:nvPr/>
              </p:nvGrpSpPr>
              <p:grpSpPr>
                <a:xfrm>
                  <a:off x="2724150" y="161125"/>
                  <a:ext cx="114300" cy="211150"/>
                  <a:chOff x="0" y="0"/>
                  <a:chExt cx="114300" cy="211150"/>
                </a:xfrm>
                <a:grpFill/>
              </p:grpSpPr>
              <p:sp>
                <p:nvSpPr>
                  <p:cNvPr id="348" name="Freeform 32">
                    <a:extLst>
                      <a:ext uri="{FF2B5EF4-FFF2-40B4-BE49-F238E27FC236}">
                        <a16:creationId xmlns:a16="http://schemas.microsoft.com/office/drawing/2014/main" id="{2B65373F-9E70-0E4A-4FAE-6C47A827B27E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2112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211201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154051"/>
                        </a:lnTo>
                        <a:cubicBezTo>
                          <a:pt x="114300" y="185674"/>
                          <a:pt x="88773" y="211201"/>
                          <a:pt x="57150" y="211201"/>
                        </a:cubicBezTo>
                        <a:cubicBezTo>
                          <a:pt x="25527" y="211201"/>
                          <a:pt x="0" y="185547"/>
                          <a:pt x="0" y="154051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20" name="Group 33">
                  <a:extLst>
                    <a:ext uri="{FF2B5EF4-FFF2-40B4-BE49-F238E27FC236}">
                      <a16:creationId xmlns:a16="http://schemas.microsoft.com/office/drawing/2014/main" id="{140AA21E-D465-275A-2A28-474E3F67EBA1}"/>
                    </a:ext>
                  </a:extLst>
                </p:cNvPr>
                <p:cNvGrpSpPr/>
                <p:nvPr/>
              </p:nvGrpSpPr>
              <p:grpSpPr>
                <a:xfrm>
                  <a:off x="2971800" y="144272"/>
                  <a:ext cx="114300" cy="244869"/>
                  <a:chOff x="0" y="0"/>
                  <a:chExt cx="114300" cy="244869"/>
                </a:xfrm>
                <a:grpFill/>
              </p:grpSpPr>
              <p:sp>
                <p:nvSpPr>
                  <p:cNvPr id="347" name="Freeform 34">
                    <a:extLst>
                      <a:ext uri="{FF2B5EF4-FFF2-40B4-BE49-F238E27FC236}">
                        <a16:creationId xmlns:a16="http://schemas.microsoft.com/office/drawing/2014/main" id="{6C3EAA63-3FE5-95A7-68D0-838FB7C37DAA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2448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244856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187706"/>
                        </a:lnTo>
                        <a:cubicBezTo>
                          <a:pt x="114300" y="219329"/>
                          <a:pt x="88773" y="244856"/>
                          <a:pt x="57150" y="244856"/>
                        </a:cubicBezTo>
                        <a:cubicBezTo>
                          <a:pt x="25527" y="244856"/>
                          <a:pt x="0" y="219329"/>
                          <a:pt x="0" y="187706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21" name="Group 35">
                  <a:extLst>
                    <a:ext uri="{FF2B5EF4-FFF2-40B4-BE49-F238E27FC236}">
                      <a16:creationId xmlns:a16="http://schemas.microsoft.com/office/drawing/2014/main" id="{BB0CB066-A537-BF4C-C8DF-1C616F5A3B36}"/>
                    </a:ext>
                  </a:extLst>
                </p:cNvPr>
                <p:cNvGrpSpPr/>
                <p:nvPr/>
              </p:nvGrpSpPr>
              <p:grpSpPr>
                <a:xfrm>
                  <a:off x="3219450" y="49822"/>
                  <a:ext cx="114300" cy="433768"/>
                  <a:chOff x="0" y="0"/>
                  <a:chExt cx="114300" cy="433768"/>
                </a:xfrm>
                <a:grpFill/>
              </p:grpSpPr>
              <p:sp>
                <p:nvSpPr>
                  <p:cNvPr id="346" name="Freeform 36">
                    <a:extLst>
                      <a:ext uri="{FF2B5EF4-FFF2-40B4-BE49-F238E27FC236}">
                        <a16:creationId xmlns:a16="http://schemas.microsoft.com/office/drawing/2014/main" id="{C078F18B-7DBA-5B07-0688-69373B146106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4337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433705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376555"/>
                        </a:lnTo>
                        <a:cubicBezTo>
                          <a:pt x="114300" y="408178"/>
                          <a:pt x="88773" y="433705"/>
                          <a:pt x="57150" y="433705"/>
                        </a:cubicBezTo>
                        <a:cubicBezTo>
                          <a:pt x="25527" y="433705"/>
                          <a:pt x="0" y="408178"/>
                          <a:pt x="0" y="376555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22" name="Group 37">
                  <a:extLst>
                    <a:ext uri="{FF2B5EF4-FFF2-40B4-BE49-F238E27FC236}">
                      <a16:creationId xmlns:a16="http://schemas.microsoft.com/office/drawing/2014/main" id="{9C4D50CD-5472-EE37-CEF9-42FB2B5F0407}"/>
                    </a:ext>
                  </a:extLst>
                </p:cNvPr>
                <p:cNvGrpSpPr/>
                <p:nvPr/>
              </p:nvGrpSpPr>
              <p:grpSpPr>
                <a:xfrm>
                  <a:off x="3467100" y="2477"/>
                  <a:ext cx="114300" cy="528447"/>
                  <a:chOff x="0" y="0"/>
                  <a:chExt cx="114300" cy="528447"/>
                </a:xfrm>
                <a:grpFill/>
              </p:grpSpPr>
              <p:sp>
                <p:nvSpPr>
                  <p:cNvPr id="345" name="Freeform 38">
                    <a:extLst>
                      <a:ext uri="{FF2B5EF4-FFF2-40B4-BE49-F238E27FC236}">
                        <a16:creationId xmlns:a16="http://schemas.microsoft.com/office/drawing/2014/main" id="{EF937790-DD5F-BB79-7548-D93E6FB3AF04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5284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528447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71297"/>
                        </a:lnTo>
                        <a:cubicBezTo>
                          <a:pt x="114300" y="502920"/>
                          <a:pt x="88773" y="528447"/>
                          <a:pt x="57150" y="528447"/>
                        </a:cubicBezTo>
                        <a:cubicBezTo>
                          <a:pt x="25527" y="528447"/>
                          <a:pt x="0" y="502793"/>
                          <a:pt x="0" y="471297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23" name="Group 39">
                  <a:extLst>
                    <a:ext uri="{FF2B5EF4-FFF2-40B4-BE49-F238E27FC236}">
                      <a16:creationId xmlns:a16="http://schemas.microsoft.com/office/drawing/2014/main" id="{8ABDC2D7-28D7-203A-97F8-4E12BAF64D0A}"/>
                    </a:ext>
                  </a:extLst>
                </p:cNvPr>
                <p:cNvGrpSpPr/>
                <p:nvPr/>
              </p:nvGrpSpPr>
              <p:grpSpPr>
                <a:xfrm>
                  <a:off x="3714750" y="16218"/>
                  <a:ext cx="114300" cy="500964"/>
                  <a:chOff x="0" y="0"/>
                  <a:chExt cx="114300" cy="500964"/>
                </a:xfrm>
                <a:grpFill/>
              </p:grpSpPr>
              <p:sp>
                <p:nvSpPr>
                  <p:cNvPr id="344" name="Freeform 40">
                    <a:extLst>
                      <a:ext uri="{FF2B5EF4-FFF2-40B4-BE49-F238E27FC236}">
                        <a16:creationId xmlns:a16="http://schemas.microsoft.com/office/drawing/2014/main" id="{04D5C031-4D20-CFBE-6286-8403528CC745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5010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501015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43865"/>
                        </a:lnTo>
                        <a:cubicBezTo>
                          <a:pt x="114300" y="475488"/>
                          <a:pt x="88773" y="501015"/>
                          <a:pt x="57150" y="501015"/>
                        </a:cubicBezTo>
                        <a:cubicBezTo>
                          <a:pt x="25527" y="501015"/>
                          <a:pt x="0" y="475361"/>
                          <a:pt x="0" y="443865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24" name="Group 41">
                  <a:extLst>
                    <a:ext uri="{FF2B5EF4-FFF2-40B4-BE49-F238E27FC236}">
                      <a16:creationId xmlns:a16="http://schemas.microsoft.com/office/drawing/2014/main" id="{B829716B-C7A8-30AB-87E1-6229E9F9BB92}"/>
                    </a:ext>
                  </a:extLst>
                </p:cNvPr>
                <p:cNvGrpSpPr/>
                <p:nvPr/>
              </p:nvGrpSpPr>
              <p:grpSpPr>
                <a:xfrm>
                  <a:off x="3962400" y="86982"/>
                  <a:ext cx="114300" cy="359435"/>
                  <a:chOff x="0" y="0"/>
                  <a:chExt cx="114300" cy="359435"/>
                </a:xfrm>
                <a:grpFill/>
              </p:grpSpPr>
              <p:sp>
                <p:nvSpPr>
                  <p:cNvPr id="343" name="Freeform 42">
                    <a:extLst>
                      <a:ext uri="{FF2B5EF4-FFF2-40B4-BE49-F238E27FC236}">
                        <a16:creationId xmlns:a16="http://schemas.microsoft.com/office/drawing/2014/main" id="{36DD80F8-3837-F61B-6FA0-6F6F4A4D1633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3594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359410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302260"/>
                        </a:lnTo>
                        <a:cubicBezTo>
                          <a:pt x="114300" y="333883"/>
                          <a:pt x="88773" y="359410"/>
                          <a:pt x="57150" y="359410"/>
                        </a:cubicBezTo>
                        <a:cubicBezTo>
                          <a:pt x="25527" y="359410"/>
                          <a:pt x="0" y="333883"/>
                          <a:pt x="0" y="302260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25" name="Group 43">
                  <a:extLst>
                    <a:ext uri="{FF2B5EF4-FFF2-40B4-BE49-F238E27FC236}">
                      <a16:creationId xmlns:a16="http://schemas.microsoft.com/office/drawing/2014/main" id="{DDFB7552-84F8-EEBA-23C1-0D40202711B6}"/>
                    </a:ext>
                  </a:extLst>
                </p:cNvPr>
                <p:cNvGrpSpPr/>
                <p:nvPr/>
              </p:nvGrpSpPr>
              <p:grpSpPr>
                <a:xfrm>
                  <a:off x="4210050" y="193891"/>
                  <a:ext cx="114300" cy="145606"/>
                  <a:chOff x="0" y="0"/>
                  <a:chExt cx="114300" cy="145606"/>
                </a:xfrm>
                <a:grpFill/>
              </p:grpSpPr>
              <p:sp>
                <p:nvSpPr>
                  <p:cNvPr id="342" name="Freeform 44">
                    <a:extLst>
                      <a:ext uri="{FF2B5EF4-FFF2-40B4-BE49-F238E27FC236}">
                        <a16:creationId xmlns:a16="http://schemas.microsoft.com/office/drawing/2014/main" id="{9F230483-3B33-8F58-A319-D28BA451DA3E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1456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145669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88519"/>
                        </a:lnTo>
                        <a:cubicBezTo>
                          <a:pt x="114300" y="120142"/>
                          <a:pt x="88773" y="145669"/>
                          <a:pt x="57150" y="145669"/>
                        </a:cubicBezTo>
                        <a:cubicBezTo>
                          <a:pt x="25527" y="145669"/>
                          <a:pt x="0" y="120015"/>
                          <a:pt x="0" y="88519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26" name="Group 45">
                  <a:extLst>
                    <a:ext uri="{FF2B5EF4-FFF2-40B4-BE49-F238E27FC236}">
                      <a16:creationId xmlns:a16="http://schemas.microsoft.com/office/drawing/2014/main" id="{F779E836-152A-EF48-174B-AD06EE700A4C}"/>
                    </a:ext>
                  </a:extLst>
                </p:cNvPr>
                <p:cNvGrpSpPr/>
                <p:nvPr/>
              </p:nvGrpSpPr>
              <p:grpSpPr>
                <a:xfrm>
                  <a:off x="4457700" y="113678"/>
                  <a:ext cx="114300" cy="306057"/>
                  <a:chOff x="0" y="0"/>
                  <a:chExt cx="114300" cy="306057"/>
                </a:xfrm>
                <a:grpFill/>
              </p:grpSpPr>
              <p:sp>
                <p:nvSpPr>
                  <p:cNvPr id="341" name="Freeform 46">
                    <a:extLst>
                      <a:ext uri="{FF2B5EF4-FFF2-40B4-BE49-F238E27FC236}">
                        <a16:creationId xmlns:a16="http://schemas.microsoft.com/office/drawing/2014/main" id="{441BDF8B-81F2-34DB-FF39-BECD2BF3F557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3060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306070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248920"/>
                        </a:lnTo>
                        <a:cubicBezTo>
                          <a:pt x="114300" y="280543"/>
                          <a:pt x="88773" y="306070"/>
                          <a:pt x="57150" y="306070"/>
                        </a:cubicBezTo>
                        <a:cubicBezTo>
                          <a:pt x="25527" y="306070"/>
                          <a:pt x="0" y="280416"/>
                          <a:pt x="0" y="248920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27" name="Group 47">
                  <a:extLst>
                    <a:ext uri="{FF2B5EF4-FFF2-40B4-BE49-F238E27FC236}">
                      <a16:creationId xmlns:a16="http://schemas.microsoft.com/office/drawing/2014/main" id="{AAC71BA5-45E4-376B-572A-9248B964FC6B}"/>
                    </a:ext>
                  </a:extLst>
                </p:cNvPr>
                <p:cNvGrpSpPr/>
                <p:nvPr/>
              </p:nvGrpSpPr>
              <p:grpSpPr>
                <a:xfrm>
                  <a:off x="4705350" y="30417"/>
                  <a:ext cx="114300" cy="472554"/>
                  <a:chOff x="0" y="0"/>
                  <a:chExt cx="114300" cy="472554"/>
                </a:xfrm>
                <a:grpFill/>
              </p:grpSpPr>
              <p:sp>
                <p:nvSpPr>
                  <p:cNvPr id="340" name="Freeform 48">
                    <a:extLst>
                      <a:ext uri="{FF2B5EF4-FFF2-40B4-BE49-F238E27FC236}">
                        <a16:creationId xmlns:a16="http://schemas.microsoft.com/office/drawing/2014/main" id="{28220F43-5F23-72EA-BEB4-9B0EA72CF581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4725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472567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15417"/>
                        </a:lnTo>
                        <a:cubicBezTo>
                          <a:pt x="114300" y="447040"/>
                          <a:pt x="88773" y="472567"/>
                          <a:pt x="57150" y="472567"/>
                        </a:cubicBezTo>
                        <a:cubicBezTo>
                          <a:pt x="25527" y="472567"/>
                          <a:pt x="0" y="446913"/>
                          <a:pt x="0" y="415417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28" name="Group 49">
                  <a:extLst>
                    <a:ext uri="{FF2B5EF4-FFF2-40B4-BE49-F238E27FC236}">
                      <a16:creationId xmlns:a16="http://schemas.microsoft.com/office/drawing/2014/main" id="{1A3AEB9D-4B58-64E0-4E11-3DDB005135ED}"/>
                    </a:ext>
                  </a:extLst>
                </p:cNvPr>
                <p:cNvGrpSpPr/>
                <p:nvPr/>
              </p:nvGrpSpPr>
              <p:grpSpPr>
                <a:xfrm>
                  <a:off x="4953000" y="0"/>
                  <a:ext cx="114300" cy="533400"/>
                  <a:chOff x="0" y="0"/>
                  <a:chExt cx="114300" cy="533400"/>
                </a:xfrm>
                <a:grpFill/>
              </p:grpSpPr>
              <p:sp>
                <p:nvSpPr>
                  <p:cNvPr id="339" name="Freeform 50">
                    <a:extLst>
                      <a:ext uri="{FF2B5EF4-FFF2-40B4-BE49-F238E27FC236}">
                        <a16:creationId xmlns:a16="http://schemas.microsoft.com/office/drawing/2014/main" id="{2CECA6BD-9152-5500-5FD2-133C30EDB344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533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533400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76250"/>
                        </a:lnTo>
                        <a:cubicBezTo>
                          <a:pt x="114300" y="507746"/>
                          <a:pt x="88773" y="533400"/>
                          <a:pt x="57150" y="533400"/>
                        </a:cubicBezTo>
                        <a:cubicBezTo>
                          <a:pt x="25527" y="533400"/>
                          <a:pt x="0" y="507746"/>
                          <a:pt x="0" y="476250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29" name="Group 51">
                  <a:extLst>
                    <a:ext uri="{FF2B5EF4-FFF2-40B4-BE49-F238E27FC236}">
                      <a16:creationId xmlns:a16="http://schemas.microsoft.com/office/drawing/2014/main" id="{269CC2D3-C093-28D7-44EA-A8428F5CA608}"/>
                    </a:ext>
                  </a:extLst>
                </p:cNvPr>
                <p:cNvGrpSpPr/>
                <p:nvPr/>
              </p:nvGrpSpPr>
              <p:grpSpPr>
                <a:xfrm>
                  <a:off x="5200650" y="31394"/>
                  <a:ext cx="114300" cy="470624"/>
                  <a:chOff x="0" y="0"/>
                  <a:chExt cx="114300" cy="470624"/>
                </a:xfrm>
                <a:grpFill/>
              </p:grpSpPr>
              <p:sp>
                <p:nvSpPr>
                  <p:cNvPr id="338" name="Freeform 52">
                    <a:extLst>
                      <a:ext uri="{FF2B5EF4-FFF2-40B4-BE49-F238E27FC236}">
                        <a16:creationId xmlns:a16="http://schemas.microsoft.com/office/drawing/2014/main" id="{C73312C1-6BD9-755F-FE19-427B1A2F9A74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4706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470662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13512"/>
                        </a:lnTo>
                        <a:cubicBezTo>
                          <a:pt x="114300" y="445135"/>
                          <a:pt x="88773" y="470662"/>
                          <a:pt x="57150" y="470662"/>
                        </a:cubicBezTo>
                        <a:cubicBezTo>
                          <a:pt x="25527" y="470662"/>
                          <a:pt x="0" y="445008"/>
                          <a:pt x="0" y="413512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30" name="Group 53">
                  <a:extLst>
                    <a:ext uri="{FF2B5EF4-FFF2-40B4-BE49-F238E27FC236}">
                      <a16:creationId xmlns:a16="http://schemas.microsoft.com/office/drawing/2014/main" id="{15F19B41-8D32-09CC-FA08-74F850BCAB1C}"/>
                    </a:ext>
                  </a:extLst>
                </p:cNvPr>
                <p:cNvGrpSpPr/>
                <p:nvPr/>
              </p:nvGrpSpPr>
              <p:grpSpPr>
                <a:xfrm>
                  <a:off x="5448300" y="115329"/>
                  <a:ext cx="114300" cy="302743"/>
                  <a:chOff x="0" y="0"/>
                  <a:chExt cx="114300" cy="302743"/>
                </a:xfrm>
                <a:grpFill/>
              </p:grpSpPr>
              <p:sp>
                <p:nvSpPr>
                  <p:cNvPr id="337" name="Freeform 54">
                    <a:extLst>
                      <a:ext uri="{FF2B5EF4-FFF2-40B4-BE49-F238E27FC236}">
                        <a16:creationId xmlns:a16="http://schemas.microsoft.com/office/drawing/2014/main" id="{62A347D6-D97E-A0CA-0AFB-7A73AC817258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3027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302768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245618"/>
                        </a:lnTo>
                        <a:cubicBezTo>
                          <a:pt x="114300" y="277241"/>
                          <a:pt x="88773" y="302768"/>
                          <a:pt x="57150" y="302768"/>
                        </a:cubicBezTo>
                        <a:cubicBezTo>
                          <a:pt x="25527" y="302768"/>
                          <a:pt x="0" y="277114"/>
                          <a:pt x="0" y="245618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31" name="Group 55">
                  <a:extLst>
                    <a:ext uri="{FF2B5EF4-FFF2-40B4-BE49-F238E27FC236}">
                      <a16:creationId xmlns:a16="http://schemas.microsoft.com/office/drawing/2014/main" id="{A6705341-529A-5C84-EE0E-EE2A507B5BF2}"/>
                    </a:ext>
                  </a:extLst>
                </p:cNvPr>
                <p:cNvGrpSpPr/>
                <p:nvPr/>
              </p:nvGrpSpPr>
              <p:grpSpPr>
                <a:xfrm>
                  <a:off x="5695950" y="192049"/>
                  <a:ext cx="114300" cy="149314"/>
                  <a:chOff x="0" y="0"/>
                  <a:chExt cx="114300" cy="149314"/>
                </a:xfrm>
                <a:grpFill/>
              </p:grpSpPr>
              <p:sp>
                <p:nvSpPr>
                  <p:cNvPr id="336" name="Freeform 56">
                    <a:extLst>
                      <a:ext uri="{FF2B5EF4-FFF2-40B4-BE49-F238E27FC236}">
                        <a16:creationId xmlns:a16="http://schemas.microsoft.com/office/drawing/2014/main" id="{343C5E55-E4E3-D93A-AE9D-2832A2C7E034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1493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149352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92202"/>
                        </a:lnTo>
                        <a:cubicBezTo>
                          <a:pt x="114300" y="123825"/>
                          <a:pt x="88773" y="149352"/>
                          <a:pt x="57150" y="149352"/>
                        </a:cubicBezTo>
                        <a:cubicBezTo>
                          <a:pt x="25527" y="149352"/>
                          <a:pt x="0" y="123698"/>
                          <a:pt x="0" y="92202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32" name="Group 57">
                  <a:extLst>
                    <a:ext uri="{FF2B5EF4-FFF2-40B4-BE49-F238E27FC236}">
                      <a16:creationId xmlns:a16="http://schemas.microsoft.com/office/drawing/2014/main" id="{B71E4213-B125-EEAB-FAA9-F191E62DA1F8}"/>
                    </a:ext>
                  </a:extLst>
                </p:cNvPr>
                <p:cNvGrpSpPr/>
                <p:nvPr/>
              </p:nvGrpSpPr>
              <p:grpSpPr>
                <a:xfrm>
                  <a:off x="5943600" y="85484"/>
                  <a:ext cx="114300" cy="362433"/>
                  <a:chOff x="0" y="0"/>
                  <a:chExt cx="114300" cy="362433"/>
                </a:xfrm>
                <a:grpFill/>
              </p:grpSpPr>
              <p:sp>
                <p:nvSpPr>
                  <p:cNvPr id="335" name="Freeform 58">
                    <a:extLst>
                      <a:ext uri="{FF2B5EF4-FFF2-40B4-BE49-F238E27FC236}">
                        <a16:creationId xmlns:a16="http://schemas.microsoft.com/office/drawing/2014/main" id="{A3DDB10B-96D3-2FD7-3D31-7298EE7753AE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3624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362458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305308"/>
                        </a:lnTo>
                        <a:cubicBezTo>
                          <a:pt x="114300" y="336931"/>
                          <a:pt x="88773" y="362458"/>
                          <a:pt x="57150" y="362458"/>
                        </a:cubicBezTo>
                        <a:cubicBezTo>
                          <a:pt x="25527" y="362458"/>
                          <a:pt x="0" y="336804"/>
                          <a:pt x="0" y="305308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33" name="Group 59">
                  <a:extLst>
                    <a:ext uri="{FF2B5EF4-FFF2-40B4-BE49-F238E27FC236}">
                      <a16:creationId xmlns:a16="http://schemas.microsoft.com/office/drawing/2014/main" id="{6DE0FDD0-216C-BD9E-DF42-43B4F3BF58BA}"/>
                    </a:ext>
                  </a:extLst>
                </p:cNvPr>
                <p:cNvGrpSpPr/>
                <p:nvPr/>
              </p:nvGrpSpPr>
              <p:grpSpPr>
                <a:xfrm>
                  <a:off x="6191250" y="15507"/>
                  <a:ext cx="114300" cy="502374"/>
                  <a:chOff x="0" y="0"/>
                  <a:chExt cx="114300" cy="502374"/>
                </a:xfrm>
                <a:grpFill/>
              </p:grpSpPr>
              <p:sp>
                <p:nvSpPr>
                  <p:cNvPr id="334" name="Freeform 60">
                    <a:extLst>
                      <a:ext uri="{FF2B5EF4-FFF2-40B4-BE49-F238E27FC236}">
                        <a16:creationId xmlns:a16="http://schemas.microsoft.com/office/drawing/2014/main" id="{ADFACA82-032D-4E50-0020-46CC8344E0A3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5024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502412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45262"/>
                        </a:lnTo>
                        <a:cubicBezTo>
                          <a:pt x="114300" y="476885"/>
                          <a:pt x="88773" y="502412"/>
                          <a:pt x="57150" y="502412"/>
                        </a:cubicBezTo>
                        <a:cubicBezTo>
                          <a:pt x="25527" y="502412"/>
                          <a:pt x="0" y="476758"/>
                          <a:pt x="0" y="445262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  <p:grpSp>
            <p:nvGrpSpPr>
              <p:cNvPr id="265" name="Группа 264">
                <a:extLst>
                  <a:ext uri="{FF2B5EF4-FFF2-40B4-BE49-F238E27FC236}">
                    <a16:creationId xmlns:a16="http://schemas.microsoft.com/office/drawing/2014/main" id="{7EDE6A53-1300-5703-88CA-CAF0E14BD099}"/>
                  </a:ext>
                </a:extLst>
              </p:cNvPr>
              <p:cNvGrpSpPr/>
              <p:nvPr/>
            </p:nvGrpSpPr>
            <p:grpSpPr>
              <a:xfrm>
                <a:off x="6014168" y="8174396"/>
                <a:ext cx="3800475" cy="400050"/>
                <a:chOff x="6584080" y="8174015"/>
                <a:chExt cx="3800475" cy="400050"/>
              </a:xfrm>
            </p:grpSpPr>
            <p:grpSp>
              <p:nvGrpSpPr>
                <p:cNvPr id="266" name="Group 15">
                  <a:extLst>
                    <a:ext uri="{FF2B5EF4-FFF2-40B4-BE49-F238E27FC236}">
                      <a16:creationId xmlns:a16="http://schemas.microsoft.com/office/drawing/2014/main" id="{0F5C9AB3-03F1-1FDB-9033-94977D91E3FC}"/>
                    </a:ext>
                  </a:extLst>
                </p:cNvPr>
                <p:cNvGrpSpPr/>
                <p:nvPr/>
              </p:nvGrpSpPr>
              <p:grpSpPr>
                <a:xfrm>
                  <a:off x="6584080" y="8174510"/>
                  <a:ext cx="85725" cy="399069"/>
                  <a:chOff x="0" y="0"/>
                  <a:chExt cx="114300" cy="532092"/>
                </a:xfrm>
                <a:solidFill>
                  <a:srgbClr val="516C4B"/>
                </a:solidFill>
              </p:grpSpPr>
              <p:sp>
                <p:nvSpPr>
                  <p:cNvPr id="307" name="Freeform 16">
                    <a:extLst>
                      <a:ext uri="{FF2B5EF4-FFF2-40B4-BE49-F238E27FC236}">
                        <a16:creationId xmlns:a16="http://schemas.microsoft.com/office/drawing/2014/main" id="{F6FE2B8D-0234-560D-EEEC-EABBDCE2CA5C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5321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532130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74980"/>
                        </a:lnTo>
                        <a:cubicBezTo>
                          <a:pt x="114300" y="506603"/>
                          <a:pt x="88773" y="532130"/>
                          <a:pt x="57150" y="532130"/>
                        </a:cubicBezTo>
                        <a:cubicBezTo>
                          <a:pt x="25527" y="532130"/>
                          <a:pt x="0" y="506476"/>
                          <a:pt x="0" y="474980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67" name="Group 17">
                  <a:extLst>
                    <a:ext uri="{FF2B5EF4-FFF2-40B4-BE49-F238E27FC236}">
                      <a16:creationId xmlns:a16="http://schemas.microsoft.com/office/drawing/2014/main" id="{1C601B12-320C-5093-7FA7-937B2C3852A4}"/>
                    </a:ext>
                  </a:extLst>
                </p:cNvPr>
                <p:cNvGrpSpPr/>
                <p:nvPr/>
              </p:nvGrpSpPr>
              <p:grpSpPr>
                <a:xfrm>
                  <a:off x="6769818" y="8204114"/>
                  <a:ext cx="85725" cy="339852"/>
                  <a:chOff x="0" y="0"/>
                  <a:chExt cx="114300" cy="453136"/>
                </a:xfrm>
                <a:solidFill>
                  <a:srgbClr val="516C4B"/>
                </a:solidFill>
              </p:grpSpPr>
              <p:sp>
                <p:nvSpPr>
                  <p:cNvPr id="306" name="Freeform 18">
                    <a:extLst>
                      <a:ext uri="{FF2B5EF4-FFF2-40B4-BE49-F238E27FC236}">
                        <a16:creationId xmlns:a16="http://schemas.microsoft.com/office/drawing/2014/main" id="{A607881B-35F0-8B81-C951-51F30048136A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4531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453136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395986"/>
                        </a:lnTo>
                        <a:cubicBezTo>
                          <a:pt x="114300" y="427609"/>
                          <a:pt x="88773" y="453136"/>
                          <a:pt x="57150" y="453136"/>
                        </a:cubicBezTo>
                        <a:cubicBezTo>
                          <a:pt x="25527" y="453136"/>
                          <a:pt x="0" y="427609"/>
                          <a:pt x="0" y="395986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68" name="Group 19">
                  <a:extLst>
                    <a:ext uri="{FF2B5EF4-FFF2-40B4-BE49-F238E27FC236}">
                      <a16:creationId xmlns:a16="http://schemas.microsoft.com/office/drawing/2014/main" id="{B18D54EF-21EE-2032-1569-9451384BE8BB}"/>
                    </a:ext>
                  </a:extLst>
                </p:cNvPr>
                <p:cNvGrpSpPr/>
                <p:nvPr/>
              </p:nvGrpSpPr>
              <p:grpSpPr>
                <a:xfrm>
                  <a:off x="6955555" y="8271199"/>
                  <a:ext cx="85725" cy="205692"/>
                  <a:chOff x="0" y="0"/>
                  <a:chExt cx="114300" cy="274256"/>
                </a:xfrm>
                <a:solidFill>
                  <a:srgbClr val="516C4B"/>
                </a:solidFill>
              </p:grpSpPr>
              <p:sp>
                <p:nvSpPr>
                  <p:cNvPr id="305" name="Freeform 20">
                    <a:extLst>
                      <a:ext uri="{FF2B5EF4-FFF2-40B4-BE49-F238E27FC236}">
                        <a16:creationId xmlns:a16="http://schemas.microsoft.com/office/drawing/2014/main" id="{60EBA59E-3801-E31F-41E7-748FD5522E5E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2741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274193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217043"/>
                        </a:lnTo>
                        <a:cubicBezTo>
                          <a:pt x="114300" y="248666"/>
                          <a:pt x="88773" y="274193"/>
                          <a:pt x="57150" y="274193"/>
                        </a:cubicBezTo>
                        <a:cubicBezTo>
                          <a:pt x="25527" y="274193"/>
                          <a:pt x="0" y="248666"/>
                          <a:pt x="0" y="217043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69" name="Group 21">
                  <a:extLst>
                    <a:ext uri="{FF2B5EF4-FFF2-40B4-BE49-F238E27FC236}">
                      <a16:creationId xmlns:a16="http://schemas.microsoft.com/office/drawing/2014/main" id="{6179C239-CC03-B50A-41A4-9025ABDA963B}"/>
                    </a:ext>
                  </a:extLst>
                </p:cNvPr>
                <p:cNvGrpSpPr/>
                <p:nvPr/>
              </p:nvGrpSpPr>
              <p:grpSpPr>
                <a:xfrm>
                  <a:off x="7141293" y="8306384"/>
                  <a:ext cx="85725" cy="135312"/>
                  <a:chOff x="0" y="0"/>
                  <a:chExt cx="114300" cy="180416"/>
                </a:xfrm>
                <a:solidFill>
                  <a:srgbClr val="516C4B"/>
                </a:solidFill>
              </p:grpSpPr>
              <p:sp>
                <p:nvSpPr>
                  <p:cNvPr id="304" name="Freeform 22">
                    <a:extLst>
                      <a:ext uri="{FF2B5EF4-FFF2-40B4-BE49-F238E27FC236}">
                        <a16:creationId xmlns:a16="http://schemas.microsoft.com/office/drawing/2014/main" id="{4D98C01F-9D09-A208-500E-E35B5FB1279D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1804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180467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123317"/>
                        </a:lnTo>
                        <a:cubicBezTo>
                          <a:pt x="114300" y="154940"/>
                          <a:pt x="88773" y="180467"/>
                          <a:pt x="57150" y="180467"/>
                        </a:cubicBezTo>
                        <a:cubicBezTo>
                          <a:pt x="25527" y="180467"/>
                          <a:pt x="0" y="154813"/>
                          <a:pt x="0" y="123317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70" name="Group 23">
                  <a:extLst>
                    <a:ext uri="{FF2B5EF4-FFF2-40B4-BE49-F238E27FC236}">
                      <a16:creationId xmlns:a16="http://schemas.microsoft.com/office/drawing/2014/main" id="{6C18D994-3E95-0193-ECC9-19DEFB6B7B0E}"/>
                    </a:ext>
                  </a:extLst>
                </p:cNvPr>
                <p:cNvGrpSpPr/>
                <p:nvPr/>
              </p:nvGrpSpPr>
              <p:grpSpPr>
                <a:xfrm>
                  <a:off x="7327030" y="8228926"/>
                  <a:ext cx="85725" cy="290237"/>
                  <a:chOff x="0" y="0"/>
                  <a:chExt cx="114300" cy="386982"/>
                </a:xfrm>
                <a:solidFill>
                  <a:srgbClr val="516C4B"/>
                </a:solidFill>
              </p:grpSpPr>
              <p:sp>
                <p:nvSpPr>
                  <p:cNvPr id="303" name="Freeform 24">
                    <a:extLst>
                      <a:ext uri="{FF2B5EF4-FFF2-40B4-BE49-F238E27FC236}">
                        <a16:creationId xmlns:a16="http://schemas.microsoft.com/office/drawing/2014/main" id="{D92A297D-EF82-4572-38D2-4B57C15A4758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3869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386969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329819"/>
                        </a:lnTo>
                        <a:cubicBezTo>
                          <a:pt x="114300" y="361442"/>
                          <a:pt x="88773" y="386969"/>
                          <a:pt x="57150" y="386969"/>
                        </a:cubicBezTo>
                        <a:cubicBezTo>
                          <a:pt x="25527" y="386969"/>
                          <a:pt x="0" y="361442"/>
                          <a:pt x="0" y="329819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71" name="Group 25">
                  <a:extLst>
                    <a:ext uri="{FF2B5EF4-FFF2-40B4-BE49-F238E27FC236}">
                      <a16:creationId xmlns:a16="http://schemas.microsoft.com/office/drawing/2014/main" id="{A3FC1C15-39D8-436D-906B-CB042AE9E728}"/>
                    </a:ext>
                  </a:extLst>
                </p:cNvPr>
                <p:cNvGrpSpPr/>
                <p:nvPr/>
              </p:nvGrpSpPr>
              <p:grpSpPr>
                <a:xfrm>
                  <a:off x="7512768" y="8181625"/>
                  <a:ext cx="85725" cy="384839"/>
                  <a:chOff x="0" y="0"/>
                  <a:chExt cx="114300" cy="513118"/>
                </a:xfrm>
                <a:solidFill>
                  <a:srgbClr val="516C4B"/>
                </a:solidFill>
              </p:grpSpPr>
              <p:sp>
                <p:nvSpPr>
                  <p:cNvPr id="302" name="Freeform 26">
                    <a:extLst>
                      <a:ext uri="{FF2B5EF4-FFF2-40B4-BE49-F238E27FC236}">
                        <a16:creationId xmlns:a16="http://schemas.microsoft.com/office/drawing/2014/main" id="{9BBFBDB3-06E7-82AD-BC58-D0265B2C8F4A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5130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513080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55930"/>
                        </a:lnTo>
                        <a:cubicBezTo>
                          <a:pt x="114300" y="487553"/>
                          <a:pt x="88773" y="513080"/>
                          <a:pt x="57150" y="513080"/>
                        </a:cubicBezTo>
                        <a:cubicBezTo>
                          <a:pt x="25527" y="513080"/>
                          <a:pt x="0" y="487553"/>
                          <a:pt x="0" y="455930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72" name="Group 27">
                  <a:extLst>
                    <a:ext uri="{FF2B5EF4-FFF2-40B4-BE49-F238E27FC236}">
                      <a16:creationId xmlns:a16="http://schemas.microsoft.com/office/drawing/2014/main" id="{48EE064F-0FE2-13CF-76EF-4BD90532F4A9}"/>
                    </a:ext>
                  </a:extLst>
                </p:cNvPr>
                <p:cNvGrpSpPr/>
                <p:nvPr/>
              </p:nvGrpSpPr>
              <p:grpSpPr>
                <a:xfrm>
                  <a:off x="7698505" y="8178435"/>
                  <a:ext cx="85725" cy="391220"/>
                  <a:chOff x="0" y="0"/>
                  <a:chExt cx="114300" cy="521627"/>
                </a:xfrm>
                <a:solidFill>
                  <a:srgbClr val="516C4B"/>
                </a:solidFill>
              </p:grpSpPr>
              <p:sp>
                <p:nvSpPr>
                  <p:cNvPr id="301" name="Freeform 28">
                    <a:extLst>
                      <a:ext uri="{FF2B5EF4-FFF2-40B4-BE49-F238E27FC236}">
                        <a16:creationId xmlns:a16="http://schemas.microsoft.com/office/drawing/2014/main" id="{84B7468C-22C3-2464-E2B5-DC5F1F9933B6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5215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521589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64439"/>
                        </a:lnTo>
                        <a:cubicBezTo>
                          <a:pt x="114300" y="496062"/>
                          <a:pt x="88773" y="521589"/>
                          <a:pt x="57150" y="521589"/>
                        </a:cubicBezTo>
                        <a:cubicBezTo>
                          <a:pt x="25527" y="521589"/>
                          <a:pt x="0" y="496062"/>
                          <a:pt x="0" y="464439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73" name="Group 29">
                  <a:extLst>
                    <a:ext uri="{FF2B5EF4-FFF2-40B4-BE49-F238E27FC236}">
                      <a16:creationId xmlns:a16="http://schemas.microsoft.com/office/drawing/2014/main" id="{A14BA7E0-A9D5-53D2-7765-4E62486EE8DF}"/>
                    </a:ext>
                  </a:extLst>
                </p:cNvPr>
                <p:cNvGrpSpPr/>
                <p:nvPr/>
              </p:nvGrpSpPr>
              <p:grpSpPr>
                <a:xfrm>
                  <a:off x="7884243" y="8220297"/>
                  <a:ext cx="85725" cy="307496"/>
                  <a:chOff x="0" y="0"/>
                  <a:chExt cx="114300" cy="409994"/>
                </a:xfrm>
                <a:solidFill>
                  <a:srgbClr val="516C4B"/>
                </a:solidFill>
              </p:grpSpPr>
              <p:sp>
                <p:nvSpPr>
                  <p:cNvPr id="300" name="Freeform 30">
                    <a:extLst>
                      <a:ext uri="{FF2B5EF4-FFF2-40B4-BE49-F238E27FC236}">
                        <a16:creationId xmlns:a16="http://schemas.microsoft.com/office/drawing/2014/main" id="{AE99F9AD-5CC7-1E8F-E228-43D1C162092D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4099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409956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352806"/>
                        </a:lnTo>
                        <a:cubicBezTo>
                          <a:pt x="114300" y="384429"/>
                          <a:pt x="88773" y="409956"/>
                          <a:pt x="57150" y="409956"/>
                        </a:cubicBezTo>
                        <a:cubicBezTo>
                          <a:pt x="25527" y="409956"/>
                          <a:pt x="0" y="384429"/>
                          <a:pt x="0" y="352806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74" name="Group 31">
                  <a:extLst>
                    <a:ext uri="{FF2B5EF4-FFF2-40B4-BE49-F238E27FC236}">
                      <a16:creationId xmlns:a16="http://schemas.microsoft.com/office/drawing/2014/main" id="{A30AED48-E60E-3FE2-38C9-3DF9A28280FB}"/>
                    </a:ext>
                  </a:extLst>
                </p:cNvPr>
                <p:cNvGrpSpPr/>
                <p:nvPr/>
              </p:nvGrpSpPr>
              <p:grpSpPr>
                <a:xfrm>
                  <a:off x="8069980" y="8294859"/>
                  <a:ext cx="85725" cy="158363"/>
                  <a:chOff x="0" y="0"/>
                  <a:chExt cx="114300" cy="211150"/>
                </a:xfrm>
                <a:solidFill>
                  <a:srgbClr val="516C4B"/>
                </a:solidFill>
              </p:grpSpPr>
              <p:sp>
                <p:nvSpPr>
                  <p:cNvPr id="299" name="Freeform 32">
                    <a:extLst>
                      <a:ext uri="{FF2B5EF4-FFF2-40B4-BE49-F238E27FC236}">
                        <a16:creationId xmlns:a16="http://schemas.microsoft.com/office/drawing/2014/main" id="{F26475A1-F1D5-60F9-28FE-7DEBC0C4B904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2112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211201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154051"/>
                        </a:lnTo>
                        <a:cubicBezTo>
                          <a:pt x="114300" y="185674"/>
                          <a:pt x="88773" y="211201"/>
                          <a:pt x="57150" y="211201"/>
                        </a:cubicBezTo>
                        <a:cubicBezTo>
                          <a:pt x="25527" y="211201"/>
                          <a:pt x="0" y="185547"/>
                          <a:pt x="0" y="154051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75" name="Group 33">
                  <a:extLst>
                    <a:ext uri="{FF2B5EF4-FFF2-40B4-BE49-F238E27FC236}">
                      <a16:creationId xmlns:a16="http://schemas.microsoft.com/office/drawing/2014/main" id="{9B4DE22A-F0E6-8051-8ABE-F999156CA7CF}"/>
                    </a:ext>
                  </a:extLst>
                </p:cNvPr>
                <p:cNvGrpSpPr/>
                <p:nvPr/>
              </p:nvGrpSpPr>
              <p:grpSpPr>
                <a:xfrm>
                  <a:off x="8255718" y="8282219"/>
                  <a:ext cx="85725" cy="183652"/>
                  <a:chOff x="0" y="0"/>
                  <a:chExt cx="114300" cy="244869"/>
                </a:xfrm>
                <a:solidFill>
                  <a:srgbClr val="516C4B"/>
                </a:solidFill>
              </p:grpSpPr>
              <p:sp>
                <p:nvSpPr>
                  <p:cNvPr id="298" name="Freeform 34">
                    <a:extLst>
                      <a:ext uri="{FF2B5EF4-FFF2-40B4-BE49-F238E27FC236}">
                        <a16:creationId xmlns:a16="http://schemas.microsoft.com/office/drawing/2014/main" id="{2C651466-3587-C8D6-A953-07FC92D6685D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2448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244856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187706"/>
                        </a:lnTo>
                        <a:cubicBezTo>
                          <a:pt x="114300" y="219329"/>
                          <a:pt x="88773" y="244856"/>
                          <a:pt x="57150" y="244856"/>
                        </a:cubicBezTo>
                        <a:cubicBezTo>
                          <a:pt x="25527" y="244856"/>
                          <a:pt x="0" y="219329"/>
                          <a:pt x="0" y="187706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76" name="Group 35">
                  <a:extLst>
                    <a:ext uri="{FF2B5EF4-FFF2-40B4-BE49-F238E27FC236}">
                      <a16:creationId xmlns:a16="http://schemas.microsoft.com/office/drawing/2014/main" id="{E815A72B-2A46-3377-D54D-BBAF6744BFAC}"/>
                    </a:ext>
                  </a:extLst>
                </p:cNvPr>
                <p:cNvGrpSpPr/>
                <p:nvPr/>
              </p:nvGrpSpPr>
              <p:grpSpPr>
                <a:xfrm>
                  <a:off x="8441455" y="8211382"/>
                  <a:ext cx="85725" cy="325326"/>
                  <a:chOff x="0" y="0"/>
                  <a:chExt cx="114300" cy="433768"/>
                </a:xfrm>
                <a:solidFill>
                  <a:srgbClr val="516C4B"/>
                </a:solidFill>
              </p:grpSpPr>
              <p:sp>
                <p:nvSpPr>
                  <p:cNvPr id="297" name="Freeform 36">
                    <a:extLst>
                      <a:ext uri="{FF2B5EF4-FFF2-40B4-BE49-F238E27FC236}">
                        <a16:creationId xmlns:a16="http://schemas.microsoft.com/office/drawing/2014/main" id="{A651B1CA-253D-7E2B-3E50-9B5493A1FF14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4337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433705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376555"/>
                        </a:lnTo>
                        <a:cubicBezTo>
                          <a:pt x="114300" y="408178"/>
                          <a:pt x="88773" y="433705"/>
                          <a:pt x="57150" y="433705"/>
                        </a:cubicBezTo>
                        <a:cubicBezTo>
                          <a:pt x="25527" y="433705"/>
                          <a:pt x="0" y="408178"/>
                          <a:pt x="0" y="376555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77" name="Group 37">
                  <a:extLst>
                    <a:ext uri="{FF2B5EF4-FFF2-40B4-BE49-F238E27FC236}">
                      <a16:creationId xmlns:a16="http://schemas.microsoft.com/office/drawing/2014/main" id="{AF9CDDD8-8B9F-F553-B728-DEC872CF331E}"/>
                    </a:ext>
                  </a:extLst>
                </p:cNvPr>
                <p:cNvGrpSpPr/>
                <p:nvPr/>
              </p:nvGrpSpPr>
              <p:grpSpPr>
                <a:xfrm>
                  <a:off x="8627193" y="8175873"/>
                  <a:ext cx="85725" cy="396335"/>
                  <a:chOff x="0" y="0"/>
                  <a:chExt cx="114300" cy="528447"/>
                </a:xfrm>
                <a:solidFill>
                  <a:srgbClr val="516C4B"/>
                </a:solidFill>
              </p:grpSpPr>
              <p:sp>
                <p:nvSpPr>
                  <p:cNvPr id="296" name="Freeform 38">
                    <a:extLst>
                      <a:ext uri="{FF2B5EF4-FFF2-40B4-BE49-F238E27FC236}">
                        <a16:creationId xmlns:a16="http://schemas.microsoft.com/office/drawing/2014/main" id="{A7C33E0B-6482-BFA3-97FE-BA7B71FC6C00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5284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528447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71297"/>
                        </a:lnTo>
                        <a:cubicBezTo>
                          <a:pt x="114300" y="502920"/>
                          <a:pt x="88773" y="528447"/>
                          <a:pt x="57150" y="528447"/>
                        </a:cubicBezTo>
                        <a:cubicBezTo>
                          <a:pt x="25527" y="528447"/>
                          <a:pt x="0" y="502793"/>
                          <a:pt x="0" y="471297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78" name="Group 39">
                  <a:extLst>
                    <a:ext uri="{FF2B5EF4-FFF2-40B4-BE49-F238E27FC236}">
                      <a16:creationId xmlns:a16="http://schemas.microsoft.com/office/drawing/2014/main" id="{AC196342-B3F4-C7F2-C44E-774A3A7F3034}"/>
                    </a:ext>
                  </a:extLst>
                </p:cNvPr>
                <p:cNvGrpSpPr/>
                <p:nvPr/>
              </p:nvGrpSpPr>
              <p:grpSpPr>
                <a:xfrm>
                  <a:off x="8812930" y="8186179"/>
                  <a:ext cx="85725" cy="375723"/>
                  <a:chOff x="0" y="0"/>
                  <a:chExt cx="114300" cy="500964"/>
                </a:xfrm>
                <a:solidFill>
                  <a:srgbClr val="516C4B"/>
                </a:solidFill>
              </p:grpSpPr>
              <p:sp>
                <p:nvSpPr>
                  <p:cNvPr id="295" name="Freeform 40">
                    <a:extLst>
                      <a:ext uri="{FF2B5EF4-FFF2-40B4-BE49-F238E27FC236}">
                        <a16:creationId xmlns:a16="http://schemas.microsoft.com/office/drawing/2014/main" id="{9FF8D205-95F1-3BA5-DD22-AE9B47602E34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5010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501015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43865"/>
                        </a:lnTo>
                        <a:cubicBezTo>
                          <a:pt x="114300" y="475488"/>
                          <a:pt x="88773" y="501015"/>
                          <a:pt x="57150" y="501015"/>
                        </a:cubicBezTo>
                        <a:cubicBezTo>
                          <a:pt x="25527" y="501015"/>
                          <a:pt x="0" y="475361"/>
                          <a:pt x="0" y="443865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79" name="Group 41">
                  <a:extLst>
                    <a:ext uri="{FF2B5EF4-FFF2-40B4-BE49-F238E27FC236}">
                      <a16:creationId xmlns:a16="http://schemas.microsoft.com/office/drawing/2014/main" id="{A0ABC3E9-91B7-4B17-B78A-1493392484BC}"/>
                    </a:ext>
                  </a:extLst>
                </p:cNvPr>
                <p:cNvGrpSpPr/>
                <p:nvPr/>
              </p:nvGrpSpPr>
              <p:grpSpPr>
                <a:xfrm>
                  <a:off x="8998668" y="8239252"/>
                  <a:ext cx="85725" cy="269576"/>
                  <a:chOff x="0" y="0"/>
                  <a:chExt cx="114300" cy="359435"/>
                </a:xfrm>
                <a:solidFill>
                  <a:srgbClr val="516C4B"/>
                </a:solidFill>
              </p:grpSpPr>
              <p:sp>
                <p:nvSpPr>
                  <p:cNvPr id="294" name="Freeform 42">
                    <a:extLst>
                      <a:ext uri="{FF2B5EF4-FFF2-40B4-BE49-F238E27FC236}">
                        <a16:creationId xmlns:a16="http://schemas.microsoft.com/office/drawing/2014/main" id="{D1C61F4C-33D7-91D6-B37C-80DCAE91352C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3594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359410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302260"/>
                        </a:lnTo>
                        <a:cubicBezTo>
                          <a:pt x="114300" y="333883"/>
                          <a:pt x="88773" y="359410"/>
                          <a:pt x="57150" y="359410"/>
                        </a:cubicBezTo>
                        <a:cubicBezTo>
                          <a:pt x="25527" y="359410"/>
                          <a:pt x="0" y="333883"/>
                          <a:pt x="0" y="302260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80" name="Group 43">
                  <a:extLst>
                    <a:ext uri="{FF2B5EF4-FFF2-40B4-BE49-F238E27FC236}">
                      <a16:creationId xmlns:a16="http://schemas.microsoft.com/office/drawing/2014/main" id="{2218305F-962F-ECCC-0F14-DDA6AC35D1B2}"/>
                    </a:ext>
                  </a:extLst>
                </p:cNvPr>
                <p:cNvGrpSpPr/>
                <p:nvPr/>
              </p:nvGrpSpPr>
              <p:grpSpPr>
                <a:xfrm>
                  <a:off x="9184405" y="8319433"/>
                  <a:ext cx="85725" cy="109205"/>
                  <a:chOff x="0" y="0"/>
                  <a:chExt cx="114300" cy="145606"/>
                </a:xfrm>
                <a:solidFill>
                  <a:srgbClr val="516C4B"/>
                </a:solidFill>
              </p:grpSpPr>
              <p:sp>
                <p:nvSpPr>
                  <p:cNvPr id="293" name="Freeform 44">
                    <a:extLst>
                      <a:ext uri="{FF2B5EF4-FFF2-40B4-BE49-F238E27FC236}">
                        <a16:creationId xmlns:a16="http://schemas.microsoft.com/office/drawing/2014/main" id="{BAFC266E-9DF0-5562-3038-5A23ECE87E8D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1456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145669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88519"/>
                        </a:lnTo>
                        <a:cubicBezTo>
                          <a:pt x="114300" y="120142"/>
                          <a:pt x="88773" y="145669"/>
                          <a:pt x="57150" y="145669"/>
                        </a:cubicBezTo>
                        <a:cubicBezTo>
                          <a:pt x="25527" y="145669"/>
                          <a:pt x="0" y="120015"/>
                          <a:pt x="0" y="88519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81" name="Group 45">
                  <a:extLst>
                    <a:ext uri="{FF2B5EF4-FFF2-40B4-BE49-F238E27FC236}">
                      <a16:creationId xmlns:a16="http://schemas.microsoft.com/office/drawing/2014/main" id="{AA7A7CEB-AF37-6035-CEEF-E947062659C4}"/>
                    </a:ext>
                  </a:extLst>
                </p:cNvPr>
                <p:cNvGrpSpPr/>
                <p:nvPr/>
              </p:nvGrpSpPr>
              <p:grpSpPr>
                <a:xfrm>
                  <a:off x="9370143" y="8259274"/>
                  <a:ext cx="85725" cy="229543"/>
                  <a:chOff x="0" y="0"/>
                  <a:chExt cx="114300" cy="306057"/>
                </a:xfrm>
                <a:solidFill>
                  <a:srgbClr val="516C4B"/>
                </a:solidFill>
              </p:grpSpPr>
              <p:sp>
                <p:nvSpPr>
                  <p:cNvPr id="292" name="Freeform 46">
                    <a:extLst>
                      <a:ext uri="{FF2B5EF4-FFF2-40B4-BE49-F238E27FC236}">
                        <a16:creationId xmlns:a16="http://schemas.microsoft.com/office/drawing/2014/main" id="{A5AECBA6-9EB8-6B2B-5546-DAF8564B614F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3060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306070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248920"/>
                        </a:lnTo>
                        <a:cubicBezTo>
                          <a:pt x="114300" y="280543"/>
                          <a:pt x="88773" y="306070"/>
                          <a:pt x="57150" y="306070"/>
                        </a:cubicBezTo>
                        <a:cubicBezTo>
                          <a:pt x="25527" y="306070"/>
                          <a:pt x="0" y="280416"/>
                          <a:pt x="0" y="248920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82" name="Group 47">
                  <a:extLst>
                    <a:ext uri="{FF2B5EF4-FFF2-40B4-BE49-F238E27FC236}">
                      <a16:creationId xmlns:a16="http://schemas.microsoft.com/office/drawing/2014/main" id="{9AE68A60-BCDC-588C-4AAF-2EBD59004965}"/>
                    </a:ext>
                  </a:extLst>
                </p:cNvPr>
                <p:cNvGrpSpPr/>
                <p:nvPr/>
              </p:nvGrpSpPr>
              <p:grpSpPr>
                <a:xfrm>
                  <a:off x="9555880" y="8196828"/>
                  <a:ext cx="85725" cy="354416"/>
                  <a:chOff x="0" y="0"/>
                  <a:chExt cx="114300" cy="472554"/>
                </a:xfrm>
                <a:solidFill>
                  <a:srgbClr val="516C4B"/>
                </a:solidFill>
              </p:grpSpPr>
              <p:sp>
                <p:nvSpPr>
                  <p:cNvPr id="291" name="Freeform 48">
                    <a:extLst>
                      <a:ext uri="{FF2B5EF4-FFF2-40B4-BE49-F238E27FC236}">
                        <a16:creationId xmlns:a16="http://schemas.microsoft.com/office/drawing/2014/main" id="{7FDDA79A-D30C-F12D-953C-B8921DD4A2E6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4725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472567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15417"/>
                        </a:lnTo>
                        <a:cubicBezTo>
                          <a:pt x="114300" y="447040"/>
                          <a:pt x="88773" y="472567"/>
                          <a:pt x="57150" y="472567"/>
                        </a:cubicBezTo>
                        <a:cubicBezTo>
                          <a:pt x="25527" y="472567"/>
                          <a:pt x="0" y="446913"/>
                          <a:pt x="0" y="415417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83" name="Group 49">
                  <a:extLst>
                    <a:ext uri="{FF2B5EF4-FFF2-40B4-BE49-F238E27FC236}">
                      <a16:creationId xmlns:a16="http://schemas.microsoft.com/office/drawing/2014/main" id="{E1C79B39-049C-5684-3140-F0832C361B1C}"/>
                    </a:ext>
                  </a:extLst>
                </p:cNvPr>
                <p:cNvGrpSpPr/>
                <p:nvPr/>
              </p:nvGrpSpPr>
              <p:grpSpPr>
                <a:xfrm>
                  <a:off x="9741618" y="8174015"/>
                  <a:ext cx="85725" cy="400050"/>
                  <a:chOff x="0" y="0"/>
                  <a:chExt cx="114300" cy="533400"/>
                </a:xfrm>
                <a:solidFill>
                  <a:srgbClr val="516C4B"/>
                </a:solidFill>
              </p:grpSpPr>
              <p:sp>
                <p:nvSpPr>
                  <p:cNvPr id="290" name="Freeform 50">
                    <a:extLst>
                      <a:ext uri="{FF2B5EF4-FFF2-40B4-BE49-F238E27FC236}">
                        <a16:creationId xmlns:a16="http://schemas.microsoft.com/office/drawing/2014/main" id="{979D08DB-602E-0463-DA71-B623F586431A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533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533400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76250"/>
                        </a:lnTo>
                        <a:cubicBezTo>
                          <a:pt x="114300" y="507746"/>
                          <a:pt x="88773" y="533400"/>
                          <a:pt x="57150" y="533400"/>
                        </a:cubicBezTo>
                        <a:cubicBezTo>
                          <a:pt x="25527" y="533400"/>
                          <a:pt x="0" y="507746"/>
                          <a:pt x="0" y="476250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84" name="Group 51">
                  <a:extLst>
                    <a:ext uri="{FF2B5EF4-FFF2-40B4-BE49-F238E27FC236}">
                      <a16:creationId xmlns:a16="http://schemas.microsoft.com/office/drawing/2014/main" id="{F6C41DF9-04DF-A143-E053-C85262EFFB2C}"/>
                    </a:ext>
                  </a:extLst>
                </p:cNvPr>
                <p:cNvGrpSpPr/>
                <p:nvPr/>
              </p:nvGrpSpPr>
              <p:grpSpPr>
                <a:xfrm>
                  <a:off x="9927355" y="8197561"/>
                  <a:ext cx="85725" cy="352968"/>
                  <a:chOff x="0" y="0"/>
                  <a:chExt cx="114300" cy="470624"/>
                </a:xfrm>
                <a:solidFill>
                  <a:srgbClr val="516C4B"/>
                </a:solidFill>
              </p:grpSpPr>
              <p:sp>
                <p:nvSpPr>
                  <p:cNvPr id="289" name="Freeform 52">
                    <a:extLst>
                      <a:ext uri="{FF2B5EF4-FFF2-40B4-BE49-F238E27FC236}">
                        <a16:creationId xmlns:a16="http://schemas.microsoft.com/office/drawing/2014/main" id="{EF78758F-0E2B-59FA-2346-1AC6FE8E491E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4706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470662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413512"/>
                        </a:lnTo>
                        <a:cubicBezTo>
                          <a:pt x="114300" y="445135"/>
                          <a:pt x="88773" y="470662"/>
                          <a:pt x="57150" y="470662"/>
                        </a:cubicBezTo>
                        <a:cubicBezTo>
                          <a:pt x="25527" y="470662"/>
                          <a:pt x="0" y="445008"/>
                          <a:pt x="0" y="413512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85" name="Group 53">
                  <a:extLst>
                    <a:ext uri="{FF2B5EF4-FFF2-40B4-BE49-F238E27FC236}">
                      <a16:creationId xmlns:a16="http://schemas.microsoft.com/office/drawing/2014/main" id="{7EA2F41D-B33C-E3CD-6239-FA79C1A47734}"/>
                    </a:ext>
                  </a:extLst>
                </p:cNvPr>
                <p:cNvGrpSpPr/>
                <p:nvPr/>
              </p:nvGrpSpPr>
              <p:grpSpPr>
                <a:xfrm>
                  <a:off x="10113093" y="8260512"/>
                  <a:ext cx="85725" cy="227057"/>
                  <a:chOff x="0" y="0"/>
                  <a:chExt cx="114300" cy="302743"/>
                </a:xfrm>
                <a:solidFill>
                  <a:srgbClr val="516C4B"/>
                </a:solidFill>
              </p:grpSpPr>
              <p:sp>
                <p:nvSpPr>
                  <p:cNvPr id="288" name="Freeform 54">
                    <a:extLst>
                      <a:ext uri="{FF2B5EF4-FFF2-40B4-BE49-F238E27FC236}">
                        <a16:creationId xmlns:a16="http://schemas.microsoft.com/office/drawing/2014/main" id="{871B4DC4-FDD5-9649-2E8E-EF09746FAF49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3027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302768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245618"/>
                        </a:lnTo>
                        <a:cubicBezTo>
                          <a:pt x="114300" y="277241"/>
                          <a:pt x="88773" y="302768"/>
                          <a:pt x="57150" y="302768"/>
                        </a:cubicBezTo>
                        <a:cubicBezTo>
                          <a:pt x="25527" y="302768"/>
                          <a:pt x="0" y="277114"/>
                          <a:pt x="0" y="245618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86" name="Group 55">
                  <a:extLst>
                    <a:ext uri="{FF2B5EF4-FFF2-40B4-BE49-F238E27FC236}">
                      <a16:creationId xmlns:a16="http://schemas.microsoft.com/office/drawing/2014/main" id="{6D773EB4-DE79-5316-FB70-31CC001D726F}"/>
                    </a:ext>
                  </a:extLst>
                </p:cNvPr>
                <p:cNvGrpSpPr/>
                <p:nvPr/>
              </p:nvGrpSpPr>
              <p:grpSpPr>
                <a:xfrm>
                  <a:off x="10298830" y="8318052"/>
                  <a:ext cx="85725" cy="111986"/>
                  <a:chOff x="0" y="0"/>
                  <a:chExt cx="114300" cy="149314"/>
                </a:xfrm>
                <a:solidFill>
                  <a:srgbClr val="516C4B"/>
                </a:solidFill>
              </p:grpSpPr>
              <p:sp>
                <p:nvSpPr>
                  <p:cNvPr id="287" name="Freeform 56">
                    <a:extLst>
                      <a:ext uri="{FF2B5EF4-FFF2-40B4-BE49-F238E27FC236}">
                        <a16:creationId xmlns:a16="http://schemas.microsoft.com/office/drawing/2014/main" id="{6F7FC0A4-28AD-8253-B090-24FF44BEA437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14300" cy="1493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149352">
                        <a:moveTo>
                          <a:pt x="0" y="57150"/>
                        </a:moveTo>
                        <a:cubicBezTo>
                          <a:pt x="0" y="25527"/>
                          <a:pt x="25527" y="0"/>
                          <a:pt x="57150" y="0"/>
                        </a:cubicBezTo>
                        <a:cubicBezTo>
                          <a:pt x="88773" y="0"/>
                          <a:pt x="114300" y="25527"/>
                          <a:pt x="114300" y="57150"/>
                        </a:cubicBezTo>
                        <a:lnTo>
                          <a:pt x="114300" y="92202"/>
                        </a:lnTo>
                        <a:cubicBezTo>
                          <a:pt x="114300" y="123825"/>
                          <a:pt x="88773" y="149352"/>
                          <a:pt x="57150" y="149352"/>
                        </a:cubicBezTo>
                        <a:cubicBezTo>
                          <a:pt x="25527" y="149352"/>
                          <a:pt x="0" y="123698"/>
                          <a:pt x="0" y="92202"/>
                        </a:cubicBezTo>
                        <a:close/>
                      </a:path>
                    </a:pathLst>
                  </a:custGeom>
                  <a:grpFill/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</p:grp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265" y="683895"/>
            <a:ext cx="56007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27242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05965" y="712470"/>
            <a:ext cx="10389870" cy="17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>
                <a:solidFill>
                  <a:srgbClr val="27242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ДЕМОНСТРАЦИЯ ПРОТОТИПА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7265" y="3446571"/>
            <a:ext cx="7785735" cy="5316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99"/>
              </a:lnSpc>
            </a:pPr>
            <a:r>
              <a:rPr lang="en-US" sz="3583" b="1" spc="-128" dirty="0">
                <a:solidFill>
                  <a:srgbClr val="272424"/>
                </a:solidFill>
                <a:latin typeface="Arial Black" panose="020B0A04020102020204" pitchFamily="34" charset="0"/>
                <a:ea typeface="Helvetica World Bold"/>
                <a:cs typeface="Helvetica World Bold"/>
                <a:sym typeface="Helvetica World Bold"/>
              </a:rPr>
              <a:t>Лекция в </a:t>
            </a:r>
            <a:r>
              <a:rPr lang="en-US" sz="3583" b="1" i="1" spc="-128" dirty="0" err="1">
                <a:solidFill>
                  <a:srgbClr val="272424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движении</a:t>
            </a:r>
            <a:r>
              <a:rPr lang="en-US" sz="3583" b="1" i="1" spc="-128" dirty="0">
                <a:solidFill>
                  <a:srgbClr val="272424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3400" y="7637621"/>
            <a:ext cx="17203218" cy="1057275"/>
            <a:chOff x="0" y="0"/>
            <a:chExt cx="20002500" cy="1409700"/>
          </a:xfrm>
          <a:solidFill>
            <a:srgbClr val="516C4B"/>
          </a:solidFill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002500" cy="1409700"/>
            </a:xfrm>
            <a:custGeom>
              <a:avLst/>
              <a:gdLst/>
              <a:ahLst/>
              <a:cxnLst/>
              <a:rect l="l" t="t" r="r" b="b"/>
              <a:pathLst>
                <a:path w="20002500" h="14097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9850100" y="0"/>
                  </a:lnTo>
                  <a:cubicBezTo>
                    <a:pt x="19934301" y="0"/>
                    <a:pt x="20002500" y="68199"/>
                    <a:pt x="20002500" y="152400"/>
                  </a:cubicBezTo>
                  <a:lnTo>
                    <a:pt x="20002500" y="1257300"/>
                  </a:lnTo>
                  <a:cubicBezTo>
                    <a:pt x="20002500" y="1341501"/>
                    <a:pt x="19934301" y="1409700"/>
                    <a:pt x="19850100" y="1409700"/>
                  </a:cubicBezTo>
                  <a:lnTo>
                    <a:pt x="152400" y="1409700"/>
                  </a:lnTo>
                  <a:cubicBezTo>
                    <a:pt x="68199" y="1409700"/>
                    <a:pt x="0" y="1341501"/>
                    <a:pt x="0" y="125730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85800" y="8051958"/>
            <a:ext cx="7111305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dirty="0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«ФИЛОСОФИЯ» · ГОТОВАЯ ЛЕКЦИЯ · СУБТИТРЫ · ТРАНСКРИПТ · ГЛАВЫ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5800" y="9431655"/>
            <a:ext cx="745934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4"/>
              </a:lnSpc>
            </a:pPr>
            <a:r>
              <a:rPr lang="en-US" sz="1845" i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Автономная</a:t>
            </a:r>
            <a:r>
              <a:rPr lang="en-US" sz="1845" i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 </a:t>
            </a:r>
            <a:r>
              <a:rPr lang="en-US" sz="1845" i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версия</a:t>
            </a:r>
            <a:r>
              <a:rPr lang="en-US" sz="1845" i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 не </a:t>
            </a:r>
            <a:r>
              <a:rPr lang="en-US" sz="1845" i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запускает</a:t>
            </a:r>
            <a:r>
              <a:rPr lang="en-US" sz="1845" i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 </a:t>
            </a:r>
            <a:r>
              <a:rPr lang="en-US" sz="1845" i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новые</a:t>
            </a:r>
            <a:r>
              <a:rPr lang="en-US" sz="1845" i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 </a:t>
            </a:r>
            <a:r>
              <a:rPr lang="en-US" sz="1845" i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распознавания</a:t>
            </a:r>
            <a:r>
              <a:rPr lang="en-US" sz="1845" i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 и </a:t>
            </a:r>
            <a:r>
              <a:rPr lang="en-US" sz="1845" i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переводы</a:t>
            </a:r>
            <a:r>
              <a:rPr lang="en-US" sz="1845" i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.</a:t>
            </a:r>
          </a:p>
        </p:txBody>
      </p:sp>
      <p:grpSp>
        <p:nvGrpSpPr>
          <p:cNvPr id="216" name="Группа 215">
            <a:extLst>
              <a:ext uri="{FF2B5EF4-FFF2-40B4-BE49-F238E27FC236}">
                <a16:creationId xmlns:a16="http://schemas.microsoft.com/office/drawing/2014/main" id="{42122BF9-1BD1-01AB-277E-1F25AF36E45F}"/>
              </a:ext>
            </a:extLst>
          </p:cNvPr>
          <p:cNvGrpSpPr/>
          <p:nvPr/>
        </p:nvGrpSpPr>
        <p:grpSpPr>
          <a:xfrm>
            <a:off x="8449743" y="1049317"/>
            <a:ext cx="9286875" cy="5857875"/>
            <a:chOff x="8449743" y="1049317"/>
            <a:chExt cx="9286875" cy="5857875"/>
          </a:xfrm>
        </p:grpSpPr>
        <p:grpSp>
          <p:nvGrpSpPr>
            <p:cNvPr id="5" name="Group 5"/>
            <p:cNvGrpSpPr/>
            <p:nvPr/>
          </p:nvGrpSpPr>
          <p:grpSpPr>
            <a:xfrm>
              <a:off x="8449743" y="1049317"/>
              <a:ext cx="9286875" cy="5857875"/>
              <a:chOff x="1411124" y="-822960"/>
              <a:chExt cx="12382500" cy="7810500"/>
            </a:xfrm>
            <a:solidFill>
              <a:srgbClr val="516C4B"/>
            </a:solidFill>
          </p:grpSpPr>
          <p:sp>
            <p:nvSpPr>
              <p:cNvPr id="6" name="Freeform 6"/>
              <p:cNvSpPr/>
              <p:nvPr/>
            </p:nvSpPr>
            <p:spPr>
              <a:xfrm>
                <a:off x="1411124" y="-822960"/>
                <a:ext cx="12382500" cy="7810500"/>
              </a:xfrm>
              <a:custGeom>
                <a:avLst/>
                <a:gdLst/>
                <a:ahLst/>
                <a:cxnLst/>
                <a:rect l="l" t="t" r="r" b="b"/>
                <a:pathLst>
                  <a:path w="12382500" h="7810500">
                    <a:moveTo>
                      <a:pt x="0" y="152400"/>
                    </a:moveTo>
                    <a:cubicBezTo>
                      <a:pt x="0" y="68199"/>
                      <a:pt x="68199" y="0"/>
                      <a:pt x="152400" y="0"/>
                    </a:cubicBezTo>
                    <a:lnTo>
                      <a:pt x="12230100" y="0"/>
                    </a:lnTo>
                    <a:cubicBezTo>
                      <a:pt x="12314301" y="0"/>
                      <a:pt x="12382500" y="68199"/>
                      <a:pt x="12382500" y="152400"/>
                    </a:cubicBezTo>
                    <a:lnTo>
                      <a:pt x="12382500" y="7658100"/>
                    </a:lnTo>
                    <a:cubicBezTo>
                      <a:pt x="12382500" y="7742301"/>
                      <a:pt x="12314301" y="7810500"/>
                      <a:pt x="12230100" y="7810500"/>
                    </a:cubicBezTo>
                    <a:lnTo>
                      <a:pt x="152400" y="7810500"/>
                    </a:lnTo>
                    <a:cubicBezTo>
                      <a:pt x="68199" y="7810500"/>
                      <a:pt x="0" y="7742301"/>
                      <a:pt x="0" y="7658100"/>
                    </a:cubicBezTo>
                    <a:close/>
                  </a:path>
                </a:pathLst>
              </a:custGeom>
              <a:grpFill/>
              <a:ln>
                <a:solidFill>
                  <a:srgbClr val="516C4B"/>
                </a:solidFill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8CC82638-F0A3-0991-2713-46953023CC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90480" y="1853536"/>
              <a:ext cx="6144998" cy="4249437"/>
            </a:xfrm>
            <a:prstGeom prst="roundRect">
              <a:avLst>
                <a:gd name="adj" fmla="val 8862"/>
              </a:avLst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265" y="683895"/>
            <a:ext cx="56007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27242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06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05965" y="712470"/>
            <a:ext cx="10389870" cy="17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>
                <a:solidFill>
                  <a:srgbClr val="27242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ПРАКТИЧЕСКАЯ ЦЕННОСТЬ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02479" y="1589216"/>
            <a:ext cx="14415216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16"/>
              </a:lnSpc>
            </a:pPr>
            <a:r>
              <a:rPr lang="en-US" sz="3347" b="1" spc="-120" dirty="0" err="1">
                <a:solidFill>
                  <a:srgbClr val="272424"/>
                </a:solidFill>
                <a:latin typeface="Arial Black" panose="020B0A04020102020204" pitchFamily="34" charset="0"/>
                <a:ea typeface="Helvetica World Bold"/>
                <a:cs typeface="Helvetica World Bold"/>
                <a:sym typeface="Helvetica World Bold"/>
              </a:rPr>
              <a:t>Содержание</a:t>
            </a:r>
            <a:r>
              <a:rPr lang="en-US" sz="3347" b="1" spc="-120" dirty="0">
                <a:solidFill>
                  <a:srgbClr val="272424"/>
                </a:solidFill>
                <a:latin typeface="Arial Black" panose="020B0A04020102020204" pitchFamily="34" charset="0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3347" b="1" spc="-120" dirty="0" err="1">
                <a:solidFill>
                  <a:srgbClr val="272424"/>
                </a:solidFill>
                <a:latin typeface="Arial Black" panose="020B0A04020102020204" pitchFamily="34" charset="0"/>
                <a:ea typeface="Helvetica World Bold"/>
                <a:cs typeface="Helvetica World Bold"/>
                <a:sym typeface="Helvetica World Bold"/>
              </a:rPr>
              <a:t>лекции</a:t>
            </a:r>
            <a:endParaRPr lang="en-US" sz="3347" b="1" spc="-120" dirty="0">
              <a:solidFill>
                <a:srgbClr val="272424"/>
              </a:solidFill>
              <a:latin typeface="Arial Black" panose="020B0A04020102020204" pitchFamily="34" charset="0"/>
              <a:ea typeface="Helvetica World Bold"/>
              <a:cs typeface="Helvetica World Bold"/>
              <a:sym typeface="Helvetica World Bold"/>
            </a:endParaRPr>
          </a:p>
          <a:p>
            <a:pPr algn="l">
              <a:lnSpc>
                <a:spcPts val="4016"/>
              </a:lnSpc>
            </a:pPr>
            <a:r>
              <a:rPr lang="en-US" sz="3347" b="1" i="1" spc="-120" dirty="0" err="1">
                <a:solidFill>
                  <a:srgbClr val="272424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становится</a:t>
            </a:r>
            <a:r>
              <a:rPr lang="en-US" sz="3347" b="1" i="1" spc="-120" dirty="0">
                <a:solidFill>
                  <a:srgbClr val="272424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 </a:t>
            </a:r>
            <a:r>
              <a:rPr lang="en-US" sz="3347" b="1" i="1" spc="-120" dirty="0" err="1">
                <a:solidFill>
                  <a:srgbClr val="272424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маршрутом</a:t>
            </a:r>
            <a:r>
              <a:rPr lang="en-US" sz="3347" b="1" i="1" spc="-120" dirty="0">
                <a:solidFill>
                  <a:srgbClr val="272424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28738" y="3355833"/>
            <a:ext cx="5428357" cy="732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 spc="-86" dirty="0" err="1">
                <a:solidFill>
                  <a:srgbClr val="272424"/>
                </a:solidFill>
                <a:latin typeface="Arial Black" panose="020B0A04020102020204" pitchFamily="34" charset="0"/>
                <a:ea typeface="Helvetica World"/>
                <a:cs typeface="Helvetica World"/>
                <a:sym typeface="Helvetica World"/>
              </a:rPr>
              <a:t>Четыре</a:t>
            </a:r>
            <a:r>
              <a:rPr lang="en-US" sz="2407" spc="-86" dirty="0">
                <a:solidFill>
                  <a:srgbClr val="272424"/>
                </a:solidFill>
                <a:latin typeface="Arial Black" panose="020B0A04020102020204" pitchFamily="34" charset="0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07" spc="-86" dirty="0" err="1">
                <a:solidFill>
                  <a:srgbClr val="272424"/>
                </a:solidFill>
                <a:latin typeface="Arial Black" panose="020B0A04020102020204" pitchFamily="34" charset="0"/>
                <a:ea typeface="Helvetica World"/>
                <a:cs typeface="Helvetica World"/>
                <a:sym typeface="Helvetica World"/>
              </a:rPr>
              <a:t>глагола</a:t>
            </a:r>
            <a:r>
              <a:rPr lang="en-US" sz="2407" spc="-86" dirty="0">
                <a:solidFill>
                  <a:srgbClr val="272424"/>
                </a:solidFill>
                <a:latin typeface="Arial Black" panose="020B0A04020102020204" pitchFamily="34" charset="0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07" spc="-86" dirty="0" err="1">
                <a:solidFill>
                  <a:srgbClr val="272424"/>
                </a:solidFill>
                <a:latin typeface="Arial Black" panose="020B0A04020102020204" pitchFamily="34" charset="0"/>
                <a:ea typeface="Helvetica World"/>
                <a:cs typeface="Helvetica World"/>
                <a:sym typeface="Helvetica World"/>
              </a:rPr>
              <a:t>вместо</a:t>
            </a:r>
            <a:r>
              <a:rPr lang="en-US" sz="2407" spc="-86" dirty="0">
                <a:solidFill>
                  <a:srgbClr val="272424"/>
                </a:solidFill>
                <a:latin typeface="Arial Black" panose="020B0A04020102020204" pitchFamily="34" charset="0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07" spc="-86" dirty="0" err="1">
                <a:solidFill>
                  <a:srgbClr val="272424"/>
                </a:solidFill>
                <a:latin typeface="Arial Black" panose="020B0A04020102020204" pitchFamily="34" charset="0"/>
                <a:ea typeface="Helvetica World"/>
                <a:cs typeface="Helvetica World"/>
                <a:sym typeface="Helvetica World"/>
              </a:rPr>
              <a:t>четырёх</a:t>
            </a:r>
            <a:r>
              <a:rPr lang="en-US" sz="2407" spc="-86" dirty="0">
                <a:solidFill>
                  <a:srgbClr val="272424"/>
                </a:solidFill>
                <a:latin typeface="Arial Black" panose="020B0A04020102020204" pitchFamily="34" charset="0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07" spc="-86" dirty="0" err="1">
                <a:solidFill>
                  <a:srgbClr val="272424"/>
                </a:solidFill>
                <a:latin typeface="Arial Black" panose="020B0A04020102020204" pitchFamily="34" charset="0"/>
                <a:ea typeface="Helvetica World"/>
                <a:cs typeface="Helvetica World"/>
                <a:sym typeface="Helvetica World"/>
              </a:rPr>
              <a:t>экранов</a:t>
            </a:r>
            <a:r>
              <a:rPr lang="en-US" sz="2407" spc="-86" dirty="0">
                <a:solidFill>
                  <a:srgbClr val="272424"/>
                </a:solidFill>
                <a:latin typeface="Arial Black" panose="020B0A04020102020204" pitchFamily="34" charset="0"/>
                <a:ea typeface="Helvetica World"/>
                <a:cs typeface="Helvetica World"/>
                <a:sym typeface="Helvetica World"/>
              </a:rPr>
              <a:t>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328738" y="4714875"/>
            <a:ext cx="57150" cy="3571875"/>
            <a:chOff x="0" y="0"/>
            <a:chExt cx="76200" cy="4762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6200" cy="4762500"/>
            </a:xfrm>
            <a:custGeom>
              <a:avLst/>
              <a:gdLst/>
              <a:ahLst/>
              <a:cxnLst/>
              <a:rect l="l" t="t" r="r" b="b"/>
              <a:pathLst>
                <a:path w="76200" h="4762500">
                  <a:moveTo>
                    <a:pt x="0" y="0"/>
                  </a:moveTo>
                  <a:lnTo>
                    <a:pt x="76200" y="0"/>
                  </a:lnTo>
                  <a:lnTo>
                    <a:pt x="76200" y="4762500"/>
                  </a:lnTo>
                  <a:lnTo>
                    <a:pt x="0" y="4762500"/>
                  </a:lnTo>
                  <a:close/>
                </a:path>
              </a:pathLst>
            </a:custGeom>
            <a:solidFill>
              <a:srgbClr val="747272"/>
            </a:solidFill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4438" y="4535631"/>
            <a:ext cx="285750" cy="285750"/>
            <a:chOff x="0" y="0"/>
            <a:chExt cx="381000" cy="381000"/>
          </a:xfrm>
          <a:solidFill>
            <a:srgbClr val="516C4B"/>
          </a:solidFill>
        </p:grpSpPr>
        <p:sp>
          <p:nvSpPr>
            <p:cNvPr id="9" name="Freeform 9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28600" y="0"/>
                  </a:lnTo>
                  <a:cubicBezTo>
                    <a:pt x="312801" y="0"/>
                    <a:pt x="381000" y="68199"/>
                    <a:pt x="381000" y="152400"/>
                  </a:cubicBezTo>
                  <a:lnTo>
                    <a:pt x="381000" y="228600"/>
                  </a:lnTo>
                  <a:cubicBezTo>
                    <a:pt x="381000" y="312801"/>
                    <a:pt x="312801" y="381000"/>
                    <a:pt x="228600" y="381000"/>
                  </a:cubicBezTo>
                  <a:lnTo>
                    <a:pt x="152400" y="381000"/>
                  </a:lnTo>
                  <a:cubicBezTo>
                    <a:pt x="68199" y="381000"/>
                    <a:pt x="0" y="312801"/>
                    <a:pt x="0" y="22860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177415" y="4560570"/>
            <a:ext cx="965834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72" dirty="0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НАЙТИ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214438" y="5589270"/>
            <a:ext cx="285750" cy="285750"/>
            <a:chOff x="0" y="0"/>
            <a:chExt cx="381000" cy="381000"/>
          </a:xfrm>
          <a:solidFill>
            <a:srgbClr val="516C4B"/>
          </a:solidFill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28600" y="0"/>
                  </a:lnTo>
                  <a:cubicBezTo>
                    <a:pt x="312801" y="0"/>
                    <a:pt x="381000" y="68199"/>
                    <a:pt x="381000" y="152400"/>
                  </a:cubicBezTo>
                  <a:lnTo>
                    <a:pt x="381000" y="228600"/>
                  </a:lnTo>
                  <a:cubicBezTo>
                    <a:pt x="381000" y="312801"/>
                    <a:pt x="312801" y="381000"/>
                    <a:pt x="228600" y="381000"/>
                  </a:cubicBezTo>
                  <a:lnTo>
                    <a:pt x="152400" y="381000"/>
                  </a:lnTo>
                  <a:cubicBezTo>
                    <a:pt x="68199" y="381000"/>
                    <a:pt x="0" y="312801"/>
                    <a:pt x="0" y="22860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177414" y="5589270"/>
            <a:ext cx="1153525" cy="304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72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ПОНЯТЬ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14438" y="6609397"/>
            <a:ext cx="285750" cy="285750"/>
            <a:chOff x="0" y="0"/>
            <a:chExt cx="381000" cy="381000"/>
          </a:xfrm>
          <a:solidFill>
            <a:srgbClr val="516C4B"/>
          </a:solidFill>
        </p:grpSpPr>
        <p:sp>
          <p:nvSpPr>
            <p:cNvPr id="15" name="Freeform 15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28600" y="0"/>
                  </a:lnTo>
                  <a:cubicBezTo>
                    <a:pt x="312801" y="0"/>
                    <a:pt x="381000" y="68199"/>
                    <a:pt x="381000" y="152400"/>
                  </a:cubicBezTo>
                  <a:lnTo>
                    <a:pt x="381000" y="228600"/>
                  </a:lnTo>
                  <a:cubicBezTo>
                    <a:pt x="381000" y="312801"/>
                    <a:pt x="312801" y="381000"/>
                    <a:pt x="228600" y="381000"/>
                  </a:cubicBezTo>
                  <a:lnTo>
                    <a:pt x="152400" y="381000"/>
                  </a:lnTo>
                  <a:cubicBezTo>
                    <a:pt x="68199" y="381000"/>
                    <a:pt x="0" y="312801"/>
                    <a:pt x="0" y="22860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177414" y="6617970"/>
            <a:ext cx="1655583" cy="304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72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ВЕРНУТЬСЯ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14438" y="7628085"/>
            <a:ext cx="285750" cy="285750"/>
            <a:chOff x="0" y="0"/>
            <a:chExt cx="381000" cy="381000"/>
          </a:xfrm>
          <a:solidFill>
            <a:srgbClr val="516C4B"/>
          </a:solidFill>
        </p:grpSpPr>
        <p:sp>
          <p:nvSpPr>
            <p:cNvPr id="18" name="Freeform 18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28600" y="0"/>
                  </a:lnTo>
                  <a:cubicBezTo>
                    <a:pt x="312801" y="0"/>
                    <a:pt x="381000" y="68199"/>
                    <a:pt x="381000" y="152400"/>
                  </a:cubicBezTo>
                  <a:lnTo>
                    <a:pt x="381000" y="228600"/>
                  </a:lnTo>
                  <a:cubicBezTo>
                    <a:pt x="381000" y="312801"/>
                    <a:pt x="312801" y="381000"/>
                    <a:pt x="228600" y="381000"/>
                  </a:cubicBezTo>
                  <a:lnTo>
                    <a:pt x="152400" y="381000"/>
                  </a:lnTo>
                  <a:cubicBezTo>
                    <a:pt x="68199" y="381000"/>
                    <a:pt x="0" y="312801"/>
                    <a:pt x="0" y="22860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177415" y="7646670"/>
            <a:ext cx="1671048" cy="304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spc="-72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СОХРАНИТЬ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4572572" y="4543425"/>
            <a:ext cx="3940671" cy="3445173"/>
            <a:chOff x="0" y="0"/>
            <a:chExt cx="5254228" cy="4593564"/>
          </a:xfrm>
        </p:grpSpPr>
        <p:sp>
          <p:nvSpPr>
            <p:cNvPr id="21" name="TextBox 21"/>
            <p:cNvSpPr txBox="1"/>
            <p:nvPr/>
          </p:nvSpPr>
          <p:spPr>
            <a:xfrm>
              <a:off x="0" y="0"/>
              <a:ext cx="5254228" cy="4787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17"/>
                </a:lnSpc>
              </a:pPr>
              <a:r>
                <a:rPr lang="en-US" sz="2347" i="1" spc="-84" dirty="0">
                  <a:solidFill>
                    <a:srgbClr val="272424"/>
                  </a:solidFill>
                  <a:latin typeface="Times New Roman" panose="02020603050405020304" pitchFamily="18" charset="0"/>
                  <a:ea typeface="Helvetica World"/>
                  <a:cs typeface="Times New Roman" panose="02020603050405020304" pitchFamily="18" charset="0"/>
                  <a:sym typeface="Helvetica World"/>
                </a:rPr>
                <a:t>по смыслу и </a:t>
              </a:r>
              <a:r>
                <a:rPr lang="en-US" sz="2347" i="1" spc="-84" dirty="0" err="1">
                  <a:solidFill>
                    <a:srgbClr val="272424"/>
                  </a:solidFill>
                  <a:latin typeface="Times New Roman" panose="02020603050405020304" pitchFamily="18" charset="0"/>
                  <a:ea typeface="Helvetica World"/>
                  <a:cs typeface="Times New Roman" panose="02020603050405020304" pitchFamily="18" charset="0"/>
                  <a:sym typeface="Helvetica World"/>
                </a:rPr>
                <a:t>значимым</a:t>
              </a:r>
              <a:r>
                <a:rPr lang="en-US" sz="2347" i="1" spc="-84" dirty="0">
                  <a:solidFill>
                    <a:srgbClr val="272424"/>
                  </a:solidFill>
                  <a:latin typeface="Times New Roman" panose="02020603050405020304" pitchFamily="18" charset="0"/>
                  <a:ea typeface="Helvetica World"/>
                  <a:cs typeface="Times New Roman" panose="02020603050405020304" pitchFamily="18" charset="0"/>
                  <a:sym typeface="Helvetica World"/>
                </a:rPr>
                <a:t> </a:t>
              </a:r>
              <a:r>
                <a:rPr lang="en-US" sz="2347" i="1" spc="-84" dirty="0" err="1">
                  <a:solidFill>
                    <a:srgbClr val="272424"/>
                  </a:solidFill>
                  <a:latin typeface="Times New Roman" panose="02020603050405020304" pitchFamily="18" charset="0"/>
                  <a:ea typeface="Helvetica World"/>
                  <a:cs typeface="Times New Roman" panose="02020603050405020304" pitchFamily="18" charset="0"/>
                  <a:sym typeface="Helvetica World"/>
                </a:rPr>
                <a:t>словам</a:t>
              </a:r>
              <a:endParaRPr lang="en-US" sz="2347" i="1" spc="-84" dirty="0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371600"/>
              <a:ext cx="4051995" cy="4787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17"/>
                </a:lnSpc>
              </a:pPr>
              <a:r>
                <a:rPr lang="en-US" sz="2347" i="1" spc="-84" dirty="0" err="1">
                  <a:solidFill>
                    <a:srgbClr val="272424"/>
                  </a:solidFill>
                  <a:latin typeface="Times New Roman" panose="02020603050405020304" pitchFamily="18" charset="0"/>
                  <a:ea typeface="Helvetica World"/>
                  <a:cs typeface="Times New Roman" panose="02020603050405020304" pitchFamily="18" charset="0"/>
                  <a:sym typeface="Helvetica World"/>
                </a:rPr>
                <a:t>через</a:t>
              </a:r>
              <a:r>
                <a:rPr lang="en-US" sz="2347" i="1" spc="-84" dirty="0">
                  <a:solidFill>
                    <a:srgbClr val="272424"/>
                  </a:solidFill>
                  <a:latin typeface="Times New Roman" panose="02020603050405020304" pitchFamily="18" charset="0"/>
                  <a:ea typeface="Helvetica World"/>
                  <a:cs typeface="Times New Roman" panose="02020603050405020304" pitchFamily="18" charset="0"/>
                  <a:sym typeface="Helvetica World"/>
                </a:rPr>
                <a:t> пересказ и главы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2743200"/>
              <a:ext cx="3517305" cy="4787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17"/>
                </a:lnSpc>
              </a:pPr>
              <a:r>
                <a:rPr lang="en-US" sz="2347" i="1" spc="-84" dirty="0">
                  <a:solidFill>
                    <a:srgbClr val="272424"/>
                  </a:solidFill>
                  <a:latin typeface="Times New Roman" panose="02020603050405020304" pitchFamily="18" charset="0"/>
                  <a:ea typeface="Helvetica World"/>
                  <a:cs typeface="Times New Roman" panose="02020603050405020304" pitchFamily="18" charset="0"/>
                  <a:sym typeface="Helvetica World"/>
                </a:rPr>
                <a:t>по </a:t>
              </a:r>
              <a:r>
                <a:rPr lang="en-US" sz="2347" i="1" spc="-84" dirty="0" err="1">
                  <a:solidFill>
                    <a:srgbClr val="272424"/>
                  </a:solidFill>
                  <a:latin typeface="Times New Roman" panose="02020603050405020304" pitchFamily="18" charset="0"/>
                  <a:ea typeface="Helvetica World"/>
                  <a:cs typeface="Times New Roman" panose="02020603050405020304" pitchFamily="18" charset="0"/>
                  <a:sym typeface="Helvetica World"/>
                </a:rPr>
                <a:t>таймкоду</a:t>
              </a:r>
              <a:r>
                <a:rPr lang="en-US" sz="2347" i="1" spc="-84" dirty="0">
                  <a:solidFill>
                    <a:srgbClr val="272424"/>
                  </a:solidFill>
                  <a:latin typeface="Times New Roman" panose="02020603050405020304" pitchFamily="18" charset="0"/>
                  <a:ea typeface="Helvetica World"/>
                  <a:cs typeface="Times New Roman" panose="02020603050405020304" pitchFamily="18" charset="0"/>
                  <a:sym typeface="Helvetica World"/>
                </a:rPr>
                <a:t> в видео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4114800"/>
              <a:ext cx="5078611" cy="4787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17"/>
                </a:lnSpc>
              </a:pPr>
              <a:r>
                <a:rPr lang="en-US" sz="2347" i="1" spc="-84">
                  <a:solidFill>
                    <a:srgbClr val="272424"/>
                  </a:solidFill>
                  <a:latin typeface="Times New Roman" panose="02020603050405020304" pitchFamily="18" charset="0"/>
                  <a:ea typeface="Helvetica World"/>
                  <a:cs typeface="Times New Roman" panose="02020603050405020304" pitchFamily="18" charset="0"/>
                  <a:sym typeface="Helvetica World"/>
                </a:rPr>
                <a:t>оригинал и перевод отдельно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127473" y="7646670"/>
            <a:ext cx="4689340" cy="786801"/>
            <a:chOff x="0" y="0"/>
            <a:chExt cx="6252453" cy="1049068"/>
          </a:xfrm>
          <a:solidFill>
            <a:srgbClr val="516C4B"/>
          </a:solidFill>
        </p:grpSpPr>
        <p:grpSp>
          <p:nvGrpSpPr>
            <p:cNvPr id="26" name="Group 26"/>
            <p:cNvGrpSpPr/>
            <p:nvPr/>
          </p:nvGrpSpPr>
          <p:grpSpPr>
            <a:xfrm>
              <a:off x="0" y="436873"/>
              <a:ext cx="175302" cy="175302"/>
              <a:chOff x="0" y="0"/>
              <a:chExt cx="114300" cy="114300"/>
            </a:xfrm>
            <a:grpFill/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cubicBezTo>
                      <a:pt x="114300" y="88773"/>
                      <a:pt x="88773" y="114300"/>
                      <a:pt x="57150" y="114300"/>
                    </a:cubicBezTo>
                    <a:cubicBezTo>
                      <a:pt x="25527" y="114300"/>
                      <a:pt x="0" y="88773"/>
                      <a:pt x="0" y="5715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379822" y="207811"/>
              <a:ext cx="175302" cy="633446"/>
              <a:chOff x="0" y="0"/>
              <a:chExt cx="114300" cy="413017"/>
            </a:xfrm>
            <a:grpFill/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14300" cy="413004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13004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355854"/>
                    </a:lnTo>
                    <a:cubicBezTo>
                      <a:pt x="114300" y="387477"/>
                      <a:pt x="88773" y="413004"/>
                      <a:pt x="57150" y="413004"/>
                    </a:cubicBezTo>
                    <a:cubicBezTo>
                      <a:pt x="25527" y="413004"/>
                      <a:pt x="0" y="387477"/>
                      <a:pt x="0" y="355854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59644" y="46299"/>
              <a:ext cx="175302" cy="956450"/>
              <a:chOff x="0" y="0"/>
              <a:chExt cx="114300" cy="623621"/>
            </a:xfrm>
            <a:grpFill/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14300" cy="62357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23570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66420"/>
                    </a:lnTo>
                    <a:cubicBezTo>
                      <a:pt x="114300" y="598043"/>
                      <a:pt x="88773" y="623570"/>
                      <a:pt x="57150" y="623570"/>
                    </a:cubicBezTo>
                    <a:cubicBezTo>
                      <a:pt x="25527" y="623570"/>
                      <a:pt x="0" y="598043"/>
                      <a:pt x="0" y="56642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139466" y="0"/>
              <a:ext cx="175302" cy="1049068"/>
              <a:chOff x="0" y="0"/>
              <a:chExt cx="114300" cy="684009"/>
            </a:xfrm>
            <a:grpFill/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14300" cy="68402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84022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626872"/>
                    </a:lnTo>
                    <a:cubicBezTo>
                      <a:pt x="114300" y="658495"/>
                      <a:pt x="88773" y="684022"/>
                      <a:pt x="57150" y="684022"/>
                    </a:cubicBezTo>
                    <a:cubicBezTo>
                      <a:pt x="25527" y="684022"/>
                      <a:pt x="0" y="658368"/>
                      <a:pt x="0" y="626872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519288" y="82548"/>
              <a:ext cx="175302" cy="883953"/>
              <a:chOff x="0" y="0"/>
              <a:chExt cx="114300" cy="576351"/>
            </a:xfrm>
            <a:grpFill/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14300" cy="576326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76326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19176"/>
                    </a:lnTo>
                    <a:cubicBezTo>
                      <a:pt x="114300" y="550799"/>
                      <a:pt x="88773" y="576326"/>
                      <a:pt x="57150" y="576326"/>
                    </a:cubicBezTo>
                    <a:cubicBezTo>
                      <a:pt x="25527" y="576326"/>
                      <a:pt x="0" y="550799"/>
                      <a:pt x="0" y="519176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899110" y="269615"/>
              <a:ext cx="175302" cy="509838"/>
              <a:chOff x="0" y="0"/>
              <a:chExt cx="114300" cy="332422"/>
            </a:xfrm>
            <a:grpFill/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14300" cy="332359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332359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275209"/>
                    </a:lnTo>
                    <a:cubicBezTo>
                      <a:pt x="114300" y="306832"/>
                      <a:pt x="88773" y="332359"/>
                      <a:pt x="57150" y="332359"/>
                    </a:cubicBezTo>
                    <a:cubicBezTo>
                      <a:pt x="25527" y="332359"/>
                      <a:pt x="0" y="306832"/>
                      <a:pt x="0" y="275209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2278932" y="367746"/>
              <a:ext cx="175302" cy="313577"/>
              <a:chOff x="0" y="0"/>
              <a:chExt cx="114300" cy="204457"/>
            </a:xfrm>
            <a:grpFill/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14300" cy="20447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04470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147320"/>
                    </a:lnTo>
                    <a:cubicBezTo>
                      <a:pt x="114300" y="178943"/>
                      <a:pt x="88773" y="204470"/>
                      <a:pt x="57150" y="204470"/>
                    </a:cubicBezTo>
                    <a:cubicBezTo>
                      <a:pt x="25527" y="204470"/>
                      <a:pt x="0" y="178816"/>
                      <a:pt x="0" y="14732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2658754" y="151734"/>
              <a:ext cx="175302" cy="745581"/>
              <a:chOff x="0" y="0"/>
              <a:chExt cx="114300" cy="486131"/>
            </a:xfrm>
            <a:grpFill/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14300" cy="486156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86156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429006"/>
                    </a:lnTo>
                    <a:cubicBezTo>
                      <a:pt x="114300" y="460629"/>
                      <a:pt x="88773" y="486156"/>
                      <a:pt x="57150" y="486156"/>
                    </a:cubicBezTo>
                    <a:cubicBezTo>
                      <a:pt x="25527" y="486156"/>
                      <a:pt x="0" y="460502"/>
                      <a:pt x="0" y="429006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3038575" y="19829"/>
              <a:ext cx="175302" cy="1009391"/>
              <a:chOff x="0" y="0"/>
              <a:chExt cx="114300" cy="658139"/>
            </a:xfrm>
            <a:grpFill/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114300" cy="658114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58114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600964"/>
                    </a:lnTo>
                    <a:cubicBezTo>
                      <a:pt x="114300" y="632587"/>
                      <a:pt x="88773" y="658114"/>
                      <a:pt x="57150" y="658114"/>
                    </a:cubicBezTo>
                    <a:cubicBezTo>
                      <a:pt x="25527" y="658114"/>
                      <a:pt x="0" y="632587"/>
                      <a:pt x="0" y="600964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3418397" y="10927"/>
              <a:ext cx="175302" cy="1027194"/>
              <a:chOff x="0" y="0"/>
              <a:chExt cx="114300" cy="669747"/>
            </a:xfrm>
            <a:grpFill/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114300" cy="669798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69798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612648"/>
                    </a:lnTo>
                    <a:cubicBezTo>
                      <a:pt x="114300" y="644271"/>
                      <a:pt x="88773" y="669798"/>
                      <a:pt x="57150" y="669798"/>
                    </a:cubicBezTo>
                    <a:cubicBezTo>
                      <a:pt x="25527" y="669798"/>
                      <a:pt x="0" y="644144"/>
                      <a:pt x="0" y="612648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3798219" y="127659"/>
              <a:ext cx="175302" cy="793711"/>
              <a:chOff x="0" y="0"/>
              <a:chExt cx="114300" cy="517512"/>
            </a:xfrm>
            <a:grpFill/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14300" cy="517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17525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460375"/>
                    </a:lnTo>
                    <a:cubicBezTo>
                      <a:pt x="114300" y="491998"/>
                      <a:pt x="88773" y="517525"/>
                      <a:pt x="57150" y="517525"/>
                    </a:cubicBezTo>
                    <a:cubicBezTo>
                      <a:pt x="25527" y="517525"/>
                      <a:pt x="0" y="491871"/>
                      <a:pt x="0" y="460375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4178041" y="335607"/>
              <a:ext cx="175302" cy="377835"/>
              <a:chOff x="0" y="0"/>
              <a:chExt cx="114300" cy="246355"/>
            </a:xfrm>
            <a:grpFill/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14300" cy="24638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46380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189230"/>
                    </a:lnTo>
                    <a:cubicBezTo>
                      <a:pt x="114300" y="220853"/>
                      <a:pt x="88773" y="246380"/>
                      <a:pt x="57150" y="246380"/>
                    </a:cubicBezTo>
                    <a:cubicBezTo>
                      <a:pt x="25527" y="246380"/>
                      <a:pt x="0" y="220726"/>
                      <a:pt x="0" y="18923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4557863" y="300332"/>
              <a:ext cx="175302" cy="448365"/>
              <a:chOff x="0" y="0"/>
              <a:chExt cx="114300" cy="292341"/>
            </a:xfrm>
            <a:grpFill/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114300" cy="292354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92354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235204"/>
                    </a:lnTo>
                    <a:cubicBezTo>
                      <a:pt x="114300" y="266827"/>
                      <a:pt x="88773" y="292354"/>
                      <a:pt x="57150" y="292354"/>
                    </a:cubicBezTo>
                    <a:cubicBezTo>
                      <a:pt x="25527" y="292354"/>
                      <a:pt x="0" y="266700"/>
                      <a:pt x="0" y="235204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4937685" y="102805"/>
              <a:ext cx="175302" cy="843438"/>
              <a:chOff x="0" y="0"/>
              <a:chExt cx="114300" cy="549935"/>
            </a:xfrm>
            <a:grpFill/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114300" cy="54991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49910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492760"/>
                    </a:lnTo>
                    <a:cubicBezTo>
                      <a:pt x="114300" y="524383"/>
                      <a:pt x="88773" y="549910"/>
                      <a:pt x="57150" y="549910"/>
                    </a:cubicBezTo>
                    <a:cubicBezTo>
                      <a:pt x="25527" y="549910"/>
                      <a:pt x="0" y="524383"/>
                      <a:pt x="0" y="49276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5317507" y="3798"/>
              <a:ext cx="175302" cy="1041452"/>
              <a:chOff x="0" y="0"/>
              <a:chExt cx="114300" cy="679044"/>
            </a:xfrm>
            <a:grpFill/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114300" cy="679069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79069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621919"/>
                    </a:lnTo>
                    <a:cubicBezTo>
                      <a:pt x="114300" y="653542"/>
                      <a:pt x="88773" y="679069"/>
                      <a:pt x="57150" y="679069"/>
                    </a:cubicBezTo>
                    <a:cubicBezTo>
                      <a:pt x="25527" y="679069"/>
                      <a:pt x="0" y="653415"/>
                      <a:pt x="0" y="621919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5697329" y="32528"/>
              <a:ext cx="175302" cy="983973"/>
              <a:chOff x="0" y="0"/>
              <a:chExt cx="114300" cy="641566"/>
            </a:xfrm>
            <a:grpFill/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114300" cy="641604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41604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84454"/>
                    </a:lnTo>
                    <a:cubicBezTo>
                      <a:pt x="114300" y="616077"/>
                      <a:pt x="88773" y="641604"/>
                      <a:pt x="57150" y="641604"/>
                    </a:cubicBezTo>
                    <a:cubicBezTo>
                      <a:pt x="25527" y="641604"/>
                      <a:pt x="0" y="615950"/>
                      <a:pt x="0" y="584454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6077151" y="180523"/>
              <a:ext cx="175302" cy="687984"/>
              <a:chOff x="0" y="0"/>
              <a:chExt cx="114300" cy="448577"/>
            </a:xfrm>
            <a:grpFill/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114300" cy="448564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48564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391414"/>
                    </a:lnTo>
                    <a:cubicBezTo>
                      <a:pt x="114300" y="423037"/>
                      <a:pt x="88773" y="448564"/>
                      <a:pt x="57150" y="448564"/>
                    </a:cubicBezTo>
                    <a:cubicBezTo>
                      <a:pt x="25527" y="448564"/>
                      <a:pt x="0" y="423037"/>
                      <a:pt x="0" y="391414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</p:grpSp>
      <p:sp>
        <p:nvSpPr>
          <p:cNvPr id="60" name="TextBox 60"/>
          <p:cNvSpPr txBox="1"/>
          <p:nvPr/>
        </p:nvSpPr>
        <p:spPr>
          <a:xfrm>
            <a:off x="13235940" y="8751570"/>
            <a:ext cx="324612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>
                <a:solidFill>
                  <a:srgbClr val="27242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СЛУШАТЬ → ИСКАТЬ</a:t>
            </a:r>
          </a:p>
        </p:txBody>
      </p:sp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6132AB3B-8B2B-BE53-F339-647E6578F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6340" y="435296"/>
            <a:ext cx="6971603" cy="58410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70564" y="8539536"/>
            <a:ext cx="13887450" cy="485775"/>
            <a:chOff x="0" y="0"/>
            <a:chExt cx="18516600" cy="647700"/>
          </a:xfrm>
          <a:solidFill>
            <a:srgbClr val="516C4B"/>
          </a:solidFill>
        </p:grpSpPr>
        <p:grpSp>
          <p:nvGrpSpPr>
            <p:cNvPr id="3" name="Group 3"/>
            <p:cNvGrpSpPr/>
            <p:nvPr/>
          </p:nvGrpSpPr>
          <p:grpSpPr>
            <a:xfrm>
              <a:off x="0" y="266700"/>
              <a:ext cx="114300" cy="114300"/>
              <a:chOff x="0" y="0"/>
              <a:chExt cx="114300" cy="114300"/>
            </a:xfrm>
            <a:grpFill/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cubicBezTo>
                      <a:pt x="114300" y="88773"/>
                      <a:pt x="88773" y="114300"/>
                      <a:pt x="57150" y="114300"/>
                    </a:cubicBezTo>
                    <a:cubicBezTo>
                      <a:pt x="25527" y="114300"/>
                      <a:pt x="0" y="88773"/>
                      <a:pt x="0" y="5715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266700" y="127305"/>
              <a:ext cx="114300" cy="393103"/>
              <a:chOff x="0" y="0"/>
              <a:chExt cx="114300" cy="393103"/>
            </a:xfrm>
            <a:grpFill/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14300" cy="39306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393065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335915"/>
                    </a:lnTo>
                    <a:cubicBezTo>
                      <a:pt x="114300" y="367538"/>
                      <a:pt x="88773" y="393065"/>
                      <a:pt x="57150" y="393065"/>
                    </a:cubicBezTo>
                    <a:cubicBezTo>
                      <a:pt x="25527" y="393065"/>
                      <a:pt x="0" y="367538"/>
                      <a:pt x="0" y="335915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533400" y="29019"/>
              <a:ext cx="114300" cy="589674"/>
              <a:chOff x="0" y="0"/>
              <a:chExt cx="114300" cy="589674"/>
            </a:xfrm>
            <a:grpFill/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14300" cy="589661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89661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32511"/>
                    </a:lnTo>
                    <a:cubicBezTo>
                      <a:pt x="114300" y="564134"/>
                      <a:pt x="88773" y="589661"/>
                      <a:pt x="57150" y="589661"/>
                    </a:cubicBezTo>
                    <a:cubicBezTo>
                      <a:pt x="25527" y="589661"/>
                      <a:pt x="0" y="564134"/>
                      <a:pt x="0" y="532511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800100" y="838"/>
              <a:ext cx="114300" cy="646024"/>
              <a:chOff x="0" y="0"/>
              <a:chExt cx="114300" cy="646024"/>
            </a:xfrm>
            <a:grpFill/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14300" cy="646049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46049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88899"/>
                    </a:lnTo>
                    <a:cubicBezTo>
                      <a:pt x="114300" y="620522"/>
                      <a:pt x="88773" y="646049"/>
                      <a:pt x="57150" y="646049"/>
                    </a:cubicBezTo>
                    <a:cubicBezTo>
                      <a:pt x="25527" y="646049"/>
                      <a:pt x="0" y="620395"/>
                      <a:pt x="0" y="588899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1066800" y="51079"/>
              <a:ext cx="114300" cy="545554"/>
              <a:chOff x="0" y="0"/>
              <a:chExt cx="114300" cy="545554"/>
            </a:xfrm>
            <a:grpFill/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14300" cy="54559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45592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488442"/>
                    </a:lnTo>
                    <a:cubicBezTo>
                      <a:pt x="114300" y="520065"/>
                      <a:pt x="88773" y="545592"/>
                      <a:pt x="57150" y="545592"/>
                    </a:cubicBezTo>
                    <a:cubicBezTo>
                      <a:pt x="25527" y="545592"/>
                      <a:pt x="0" y="519938"/>
                      <a:pt x="0" y="488442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1333500" y="164910"/>
              <a:ext cx="114300" cy="317881"/>
              <a:chOff x="0" y="0"/>
              <a:chExt cx="114300" cy="317881"/>
            </a:xfrm>
            <a:grpFill/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14300" cy="317881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317881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260731"/>
                    </a:lnTo>
                    <a:cubicBezTo>
                      <a:pt x="114300" y="292354"/>
                      <a:pt x="88773" y="317881"/>
                      <a:pt x="57150" y="317881"/>
                    </a:cubicBezTo>
                    <a:cubicBezTo>
                      <a:pt x="25527" y="317881"/>
                      <a:pt x="0" y="292354"/>
                      <a:pt x="0" y="260731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600200" y="224625"/>
              <a:ext cx="114300" cy="198438"/>
              <a:chOff x="0" y="0"/>
              <a:chExt cx="114300" cy="198438"/>
            </a:xfrm>
            <a:grpFill/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14300" cy="198501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98501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141351"/>
                    </a:lnTo>
                    <a:cubicBezTo>
                      <a:pt x="114300" y="172974"/>
                      <a:pt x="88773" y="198501"/>
                      <a:pt x="57150" y="198501"/>
                    </a:cubicBezTo>
                    <a:cubicBezTo>
                      <a:pt x="25527" y="198501"/>
                      <a:pt x="0" y="172847"/>
                      <a:pt x="0" y="141351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1866900" y="93180"/>
              <a:ext cx="114300" cy="461340"/>
              <a:chOff x="0" y="0"/>
              <a:chExt cx="114300" cy="461340"/>
            </a:xfrm>
            <a:grpFill/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14300" cy="461391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61391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404241"/>
                    </a:lnTo>
                    <a:cubicBezTo>
                      <a:pt x="114300" y="435864"/>
                      <a:pt x="88773" y="461391"/>
                      <a:pt x="57150" y="461391"/>
                    </a:cubicBezTo>
                    <a:cubicBezTo>
                      <a:pt x="25527" y="461391"/>
                      <a:pt x="0" y="435737"/>
                      <a:pt x="0" y="404241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2133600" y="12903"/>
              <a:ext cx="114300" cy="621881"/>
              <a:chOff x="0" y="0"/>
              <a:chExt cx="114300" cy="621881"/>
            </a:xfrm>
            <a:grpFill/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14300" cy="621919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21919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64769"/>
                    </a:lnTo>
                    <a:cubicBezTo>
                      <a:pt x="114300" y="596392"/>
                      <a:pt x="88773" y="621919"/>
                      <a:pt x="57150" y="621919"/>
                    </a:cubicBezTo>
                    <a:cubicBezTo>
                      <a:pt x="25527" y="621919"/>
                      <a:pt x="0" y="596265"/>
                      <a:pt x="0" y="564769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2400300" y="7493"/>
              <a:ext cx="114300" cy="632714"/>
              <a:chOff x="0" y="0"/>
              <a:chExt cx="114300" cy="632714"/>
            </a:xfrm>
            <a:grpFill/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14300" cy="632714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32714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75564"/>
                    </a:lnTo>
                    <a:cubicBezTo>
                      <a:pt x="114300" y="607187"/>
                      <a:pt x="88773" y="632714"/>
                      <a:pt x="57150" y="632714"/>
                    </a:cubicBezTo>
                    <a:cubicBezTo>
                      <a:pt x="25527" y="632714"/>
                      <a:pt x="0" y="607187"/>
                      <a:pt x="0" y="575564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2667000" y="78537"/>
              <a:ext cx="114300" cy="490639"/>
              <a:chOff x="0" y="0"/>
              <a:chExt cx="114300" cy="490639"/>
            </a:xfrm>
            <a:grpFill/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14300" cy="490601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90601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433451"/>
                    </a:lnTo>
                    <a:cubicBezTo>
                      <a:pt x="114300" y="465074"/>
                      <a:pt x="88773" y="490601"/>
                      <a:pt x="57150" y="490601"/>
                    </a:cubicBezTo>
                    <a:cubicBezTo>
                      <a:pt x="25527" y="490601"/>
                      <a:pt x="0" y="465074"/>
                      <a:pt x="0" y="433451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933700" y="205067"/>
              <a:ext cx="114300" cy="237553"/>
              <a:chOff x="0" y="0"/>
              <a:chExt cx="114300" cy="237553"/>
            </a:xfrm>
            <a:grpFill/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14300" cy="237617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37617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180467"/>
                    </a:lnTo>
                    <a:cubicBezTo>
                      <a:pt x="114300" y="212090"/>
                      <a:pt x="88773" y="237617"/>
                      <a:pt x="57150" y="237617"/>
                    </a:cubicBezTo>
                    <a:cubicBezTo>
                      <a:pt x="25527" y="237617"/>
                      <a:pt x="0" y="211963"/>
                      <a:pt x="0" y="180467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3200400" y="183617"/>
              <a:ext cx="114300" cy="280480"/>
              <a:chOff x="0" y="0"/>
              <a:chExt cx="114300" cy="280480"/>
            </a:xfrm>
            <a:grpFill/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14300" cy="280416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80416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223266"/>
                    </a:lnTo>
                    <a:cubicBezTo>
                      <a:pt x="114300" y="254889"/>
                      <a:pt x="88773" y="280416"/>
                      <a:pt x="57150" y="280416"/>
                    </a:cubicBezTo>
                    <a:cubicBezTo>
                      <a:pt x="25527" y="280416"/>
                      <a:pt x="0" y="254889"/>
                      <a:pt x="0" y="223266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3467100" y="63398"/>
              <a:ext cx="114300" cy="520890"/>
              <a:chOff x="0" y="0"/>
              <a:chExt cx="114300" cy="520890"/>
            </a:xfrm>
            <a:grpFill/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14300" cy="520954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20954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463804"/>
                    </a:lnTo>
                    <a:cubicBezTo>
                      <a:pt x="114300" y="495427"/>
                      <a:pt x="88773" y="520954"/>
                      <a:pt x="57150" y="520954"/>
                    </a:cubicBezTo>
                    <a:cubicBezTo>
                      <a:pt x="25527" y="520954"/>
                      <a:pt x="0" y="495300"/>
                      <a:pt x="0" y="463804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3733800" y="3162"/>
              <a:ext cx="114300" cy="641388"/>
              <a:chOff x="0" y="0"/>
              <a:chExt cx="114300" cy="641388"/>
            </a:xfrm>
            <a:grpFill/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14300" cy="6413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41350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84200"/>
                    </a:lnTo>
                    <a:cubicBezTo>
                      <a:pt x="114300" y="615823"/>
                      <a:pt x="88773" y="641350"/>
                      <a:pt x="57150" y="641350"/>
                    </a:cubicBezTo>
                    <a:cubicBezTo>
                      <a:pt x="25527" y="641350"/>
                      <a:pt x="0" y="615823"/>
                      <a:pt x="0" y="5842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000500" y="20638"/>
              <a:ext cx="114300" cy="606412"/>
              <a:chOff x="0" y="0"/>
              <a:chExt cx="114300" cy="606412"/>
            </a:xfrm>
            <a:grpFill/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14300" cy="6064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06425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49275"/>
                    </a:lnTo>
                    <a:cubicBezTo>
                      <a:pt x="114300" y="580898"/>
                      <a:pt x="88773" y="606425"/>
                      <a:pt x="57150" y="606425"/>
                    </a:cubicBezTo>
                    <a:cubicBezTo>
                      <a:pt x="25527" y="606425"/>
                      <a:pt x="0" y="580771"/>
                      <a:pt x="0" y="549275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67200" y="110706"/>
              <a:ext cx="114300" cy="426288"/>
              <a:chOff x="0" y="0"/>
              <a:chExt cx="114300" cy="426288"/>
            </a:xfrm>
            <a:grpFill/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14300" cy="426339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26339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369189"/>
                    </a:lnTo>
                    <a:cubicBezTo>
                      <a:pt x="114300" y="400812"/>
                      <a:pt x="88773" y="426339"/>
                      <a:pt x="57150" y="426339"/>
                    </a:cubicBezTo>
                    <a:cubicBezTo>
                      <a:pt x="25527" y="426339"/>
                      <a:pt x="0" y="400685"/>
                      <a:pt x="0" y="369189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4533900" y="246774"/>
              <a:ext cx="114300" cy="154153"/>
              <a:chOff x="0" y="0"/>
              <a:chExt cx="114300" cy="154153"/>
            </a:xfrm>
            <a:grpFill/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14300" cy="154178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4178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97028"/>
                    </a:lnTo>
                    <a:cubicBezTo>
                      <a:pt x="114300" y="128651"/>
                      <a:pt x="88773" y="154178"/>
                      <a:pt x="57150" y="154178"/>
                    </a:cubicBezTo>
                    <a:cubicBezTo>
                      <a:pt x="25527" y="154178"/>
                      <a:pt x="0" y="128524"/>
                      <a:pt x="0" y="97028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4800600" y="144678"/>
              <a:ext cx="114300" cy="358356"/>
              <a:chOff x="0" y="0"/>
              <a:chExt cx="114300" cy="358356"/>
            </a:xfrm>
            <a:grpFill/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14300" cy="358394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358394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301244"/>
                    </a:lnTo>
                    <a:cubicBezTo>
                      <a:pt x="114300" y="332867"/>
                      <a:pt x="88773" y="358394"/>
                      <a:pt x="57150" y="358394"/>
                    </a:cubicBezTo>
                    <a:cubicBezTo>
                      <a:pt x="25527" y="358394"/>
                      <a:pt x="0" y="332740"/>
                      <a:pt x="0" y="301244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5067300" y="38722"/>
              <a:ext cx="114300" cy="570268"/>
              <a:chOff x="0" y="0"/>
              <a:chExt cx="114300" cy="570268"/>
            </a:xfrm>
            <a:grpFill/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14300" cy="57023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70230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13080"/>
                    </a:lnTo>
                    <a:cubicBezTo>
                      <a:pt x="114300" y="544703"/>
                      <a:pt x="88773" y="570230"/>
                      <a:pt x="57150" y="570230"/>
                    </a:cubicBezTo>
                    <a:cubicBezTo>
                      <a:pt x="25527" y="570230"/>
                      <a:pt x="0" y="544703"/>
                      <a:pt x="0" y="51308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5334000" y="0"/>
              <a:ext cx="114300" cy="647700"/>
              <a:chOff x="0" y="0"/>
              <a:chExt cx="114300" cy="647700"/>
            </a:xfrm>
            <a:grpFill/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14300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47700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90550"/>
                    </a:lnTo>
                    <a:cubicBezTo>
                      <a:pt x="114300" y="622046"/>
                      <a:pt x="88773" y="647700"/>
                      <a:pt x="57150" y="647700"/>
                    </a:cubicBezTo>
                    <a:cubicBezTo>
                      <a:pt x="25527" y="647700"/>
                      <a:pt x="0" y="622046"/>
                      <a:pt x="0" y="59055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600700" y="39954"/>
              <a:ext cx="114300" cy="567804"/>
              <a:chOff x="0" y="0"/>
              <a:chExt cx="114300" cy="567804"/>
            </a:xfrm>
            <a:grpFill/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114300" cy="567817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67817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10667"/>
                    </a:lnTo>
                    <a:cubicBezTo>
                      <a:pt x="114300" y="542290"/>
                      <a:pt x="88773" y="567817"/>
                      <a:pt x="57150" y="567817"/>
                    </a:cubicBezTo>
                    <a:cubicBezTo>
                      <a:pt x="25527" y="567817"/>
                      <a:pt x="0" y="542163"/>
                      <a:pt x="0" y="510667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5867400" y="146774"/>
              <a:ext cx="114300" cy="354140"/>
              <a:chOff x="0" y="0"/>
              <a:chExt cx="114300" cy="354140"/>
            </a:xfrm>
            <a:grpFill/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114300" cy="354203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354203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297053"/>
                    </a:lnTo>
                    <a:cubicBezTo>
                      <a:pt x="114300" y="328676"/>
                      <a:pt x="88773" y="354203"/>
                      <a:pt x="57150" y="354203"/>
                    </a:cubicBezTo>
                    <a:cubicBezTo>
                      <a:pt x="25527" y="354203"/>
                      <a:pt x="0" y="328549"/>
                      <a:pt x="0" y="297053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134100" y="244424"/>
              <a:ext cx="114300" cy="158852"/>
              <a:chOff x="0" y="0"/>
              <a:chExt cx="114300" cy="158852"/>
            </a:xfrm>
            <a:grpFill/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114300" cy="158877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8877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101727"/>
                    </a:lnTo>
                    <a:cubicBezTo>
                      <a:pt x="114300" y="133350"/>
                      <a:pt x="88773" y="158877"/>
                      <a:pt x="57150" y="158877"/>
                    </a:cubicBezTo>
                    <a:cubicBezTo>
                      <a:pt x="25527" y="158877"/>
                      <a:pt x="0" y="133223"/>
                      <a:pt x="0" y="101727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400800" y="108788"/>
              <a:ext cx="114300" cy="430111"/>
              <a:chOff x="0" y="0"/>
              <a:chExt cx="114300" cy="430111"/>
            </a:xfrm>
            <a:grpFill/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114300" cy="430149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30149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372999"/>
                    </a:lnTo>
                    <a:cubicBezTo>
                      <a:pt x="114300" y="404622"/>
                      <a:pt x="88773" y="430149"/>
                      <a:pt x="57150" y="430149"/>
                    </a:cubicBezTo>
                    <a:cubicBezTo>
                      <a:pt x="25527" y="430149"/>
                      <a:pt x="0" y="404495"/>
                      <a:pt x="0" y="372999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6667500" y="19736"/>
              <a:ext cx="114300" cy="608216"/>
              <a:chOff x="0" y="0"/>
              <a:chExt cx="114300" cy="608216"/>
            </a:xfrm>
            <a:grpFill/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114300" cy="608203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08203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51053"/>
                    </a:lnTo>
                    <a:cubicBezTo>
                      <a:pt x="114300" y="582676"/>
                      <a:pt x="88773" y="608203"/>
                      <a:pt x="57150" y="608203"/>
                    </a:cubicBezTo>
                    <a:cubicBezTo>
                      <a:pt x="25527" y="608203"/>
                      <a:pt x="0" y="582676"/>
                      <a:pt x="0" y="551053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6934200" y="3531"/>
              <a:ext cx="114300" cy="640639"/>
              <a:chOff x="0" y="0"/>
              <a:chExt cx="114300" cy="640639"/>
            </a:xfrm>
            <a:grpFill/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114300" cy="640588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40588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83438"/>
                    </a:lnTo>
                    <a:cubicBezTo>
                      <a:pt x="114300" y="615061"/>
                      <a:pt x="88773" y="640588"/>
                      <a:pt x="57150" y="640588"/>
                    </a:cubicBezTo>
                    <a:cubicBezTo>
                      <a:pt x="25527" y="640588"/>
                      <a:pt x="0" y="615061"/>
                      <a:pt x="0" y="583438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7200900" y="64935"/>
              <a:ext cx="114300" cy="517830"/>
              <a:chOff x="0" y="0"/>
              <a:chExt cx="114300" cy="517830"/>
            </a:xfrm>
            <a:grpFill/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114300" cy="517779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17779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460629"/>
                    </a:lnTo>
                    <a:cubicBezTo>
                      <a:pt x="114300" y="492252"/>
                      <a:pt x="88773" y="517779"/>
                      <a:pt x="57150" y="517779"/>
                    </a:cubicBezTo>
                    <a:cubicBezTo>
                      <a:pt x="25527" y="517779"/>
                      <a:pt x="0" y="492252"/>
                      <a:pt x="0" y="460629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7467600" y="185852"/>
              <a:ext cx="114300" cy="275984"/>
              <a:chOff x="0" y="0"/>
              <a:chExt cx="114300" cy="275984"/>
            </a:xfrm>
            <a:grpFill/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114300" cy="275971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75971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218821"/>
                    </a:lnTo>
                    <a:cubicBezTo>
                      <a:pt x="114300" y="250444"/>
                      <a:pt x="88773" y="275971"/>
                      <a:pt x="57150" y="275971"/>
                    </a:cubicBezTo>
                    <a:cubicBezTo>
                      <a:pt x="25527" y="275971"/>
                      <a:pt x="0" y="250444"/>
                      <a:pt x="0" y="218821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7734300" y="202781"/>
              <a:ext cx="114300" cy="242151"/>
              <a:chOff x="0" y="0"/>
              <a:chExt cx="114300" cy="242151"/>
            </a:xfrm>
            <a:grpFill/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114300" cy="242189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42189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185039"/>
                    </a:lnTo>
                    <a:cubicBezTo>
                      <a:pt x="114300" y="216662"/>
                      <a:pt x="88773" y="242189"/>
                      <a:pt x="57150" y="242189"/>
                    </a:cubicBezTo>
                    <a:cubicBezTo>
                      <a:pt x="25527" y="242189"/>
                      <a:pt x="0" y="216535"/>
                      <a:pt x="0" y="185039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8001000" y="76860"/>
              <a:ext cx="114300" cy="493967"/>
              <a:chOff x="0" y="0"/>
              <a:chExt cx="114300" cy="493967"/>
            </a:xfrm>
            <a:grpFill/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114300" cy="493903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93903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436753"/>
                    </a:lnTo>
                    <a:cubicBezTo>
                      <a:pt x="114300" y="468376"/>
                      <a:pt x="88773" y="493903"/>
                      <a:pt x="57150" y="493903"/>
                    </a:cubicBezTo>
                    <a:cubicBezTo>
                      <a:pt x="25527" y="493903"/>
                      <a:pt x="0" y="468376"/>
                      <a:pt x="0" y="436753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8267700" y="6947"/>
              <a:ext cx="114300" cy="633806"/>
              <a:chOff x="0" y="0"/>
              <a:chExt cx="114300" cy="633806"/>
            </a:xfrm>
            <a:grpFill/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114300" cy="633857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33857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76707"/>
                    </a:lnTo>
                    <a:cubicBezTo>
                      <a:pt x="114300" y="608330"/>
                      <a:pt x="88773" y="633857"/>
                      <a:pt x="57150" y="633857"/>
                    </a:cubicBezTo>
                    <a:cubicBezTo>
                      <a:pt x="25527" y="633857"/>
                      <a:pt x="0" y="608203"/>
                      <a:pt x="0" y="576707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8534400" y="13640"/>
              <a:ext cx="114300" cy="620408"/>
              <a:chOff x="0" y="0"/>
              <a:chExt cx="114300" cy="620408"/>
            </a:xfrm>
            <a:grpFill/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114300" cy="62039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20395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63245"/>
                    </a:lnTo>
                    <a:cubicBezTo>
                      <a:pt x="114300" y="594868"/>
                      <a:pt x="88773" y="620395"/>
                      <a:pt x="57150" y="620395"/>
                    </a:cubicBezTo>
                    <a:cubicBezTo>
                      <a:pt x="25527" y="620395"/>
                      <a:pt x="0" y="594868"/>
                      <a:pt x="0" y="563245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8801100" y="94983"/>
              <a:ext cx="114300" cy="457746"/>
              <a:chOff x="0" y="0"/>
              <a:chExt cx="114300" cy="457746"/>
            </a:xfrm>
            <a:grpFill/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114300" cy="457708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57708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400558"/>
                    </a:lnTo>
                    <a:cubicBezTo>
                      <a:pt x="114300" y="432181"/>
                      <a:pt x="88773" y="457708"/>
                      <a:pt x="57150" y="457708"/>
                    </a:cubicBezTo>
                    <a:cubicBezTo>
                      <a:pt x="25527" y="457708"/>
                      <a:pt x="0" y="432181"/>
                      <a:pt x="0" y="400558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9067800" y="226962"/>
              <a:ext cx="114300" cy="193777"/>
              <a:chOff x="0" y="0"/>
              <a:chExt cx="114300" cy="193777"/>
            </a:xfrm>
            <a:grpFill/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114300" cy="19380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93802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136652"/>
                    </a:lnTo>
                    <a:cubicBezTo>
                      <a:pt x="114300" y="168275"/>
                      <a:pt x="88773" y="193802"/>
                      <a:pt x="57150" y="193802"/>
                    </a:cubicBezTo>
                    <a:cubicBezTo>
                      <a:pt x="25527" y="193802"/>
                      <a:pt x="0" y="168148"/>
                      <a:pt x="0" y="136652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9334500" y="162738"/>
              <a:ext cx="114300" cy="322237"/>
              <a:chOff x="0" y="0"/>
              <a:chExt cx="114300" cy="322237"/>
            </a:xfrm>
            <a:grpFill/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114300" cy="322199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322199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265049"/>
                    </a:lnTo>
                    <a:cubicBezTo>
                      <a:pt x="114300" y="296672"/>
                      <a:pt x="88773" y="322199"/>
                      <a:pt x="57150" y="322199"/>
                    </a:cubicBezTo>
                    <a:cubicBezTo>
                      <a:pt x="25527" y="322199"/>
                      <a:pt x="0" y="296672"/>
                      <a:pt x="0" y="265049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9601200" y="49695"/>
              <a:ext cx="114300" cy="548310"/>
              <a:chOff x="0" y="0"/>
              <a:chExt cx="114300" cy="548310"/>
            </a:xfrm>
            <a:grpFill/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114300" cy="548259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48259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491109"/>
                    </a:lnTo>
                    <a:cubicBezTo>
                      <a:pt x="114300" y="522732"/>
                      <a:pt x="88773" y="548259"/>
                      <a:pt x="57150" y="548259"/>
                    </a:cubicBezTo>
                    <a:cubicBezTo>
                      <a:pt x="25527" y="548259"/>
                      <a:pt x="0" y="522732"/>
                      <a:pt x="0" y="491109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9867900" y="660"/>
              <a:ext cx="114300" cy="646379"/>
              <a:chOff x="0" y="0"/>
              <a:chExt cx="114300" cy="646379"/>
            </a:xfrm>
            <a:grpFill/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114300" cy="64643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46430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89280"/>
                    </a:lnTo>
                    <a:cubicBezTo>
                      <a:pt x="114300" y="620903"/>
                      <a:pt x="88773" y="646430"/>
                      <a:pt x="57150" y="646430"/>
                    </a:cubicBezTo>
                    <a:cubicBezTo>
                      <a:pt x="25527" y="646430"/>
                      <a:pt x="0" y="620776"/>
                      <a:pt x="0" y="58928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10134600" y="30099"/>
              <a:ext cx="114300" cy="587515"/>
              <a:chOff x="0" y="0"/>
              <a:chExt cx="114300" cy="587515"/>
            </a:xfrm>
            <a:grpFill/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114300" cy="58750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87502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30352"/>
                    </a:lnTo>
                    <a:cubicBezTo>
                      <a:pt x="114300" y="561975"/>
                      <a:pt x="88773" y="587502"/>
                      <a:pt x="57150" y="587502"/>
                    </a:cubicBezTo>
                    <a:cubicBezTo>
                      <a:pt x="25527" y="587502"/>
                      <a:pt x="0" y="561975"/>
                      <a:pt x="0" y="530352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10401300" y="129324"/>
              <a:ext cx="114300" cy="389064"/>
              <a:chOff x="0" y="0"/>
              <a:chExt cx="114300" cy="389064"/>
            </a:xfrm>
            <a:grpFill/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114300" cy="389128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389128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331978"/>
                    </a:lnTo>
                    <a:cubicBezTo>
                      <a:pt x="114300" y="363601"/>
                      <a:pt x="88773" y="389128"/>
                      <a:pt x="57150" y="389128"/>
                    </a:cubicBezTo>
                    <a:cubicBezTo>
                      <a:pt x="25527" y="389128"/>
                      <a:pt x="0" y="363474"/>
                      <a:pt x="0" y="331978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10668000" y="264338"/>
              <a:ext cx="114300" cy="119024"/>
              <a:chOff x="0" y="0"/>
              <a:chExt cx="114300" cy="119024"/>
            </a:xfrm>
            <a:grpFill/>
          </p:grpSpPr>
          <p:sp>
            <p:nvSpPr>
              <p:cNvPr id="84" name="Freeform 84"/>
              <p:cNvSpPr/>
              <p:nvPr/>
            </p:nvSpPr>
            <p:spPr>
              <a:xfrm>
                <a:off x="0" y="0"/>
                <a:ext cx="114300" cy="118999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8999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61849"/>
                    </a:lnTo>
                    <a:cubicBezTo>
                      <a:pt x="114300" y="93472"/>
                      <a:pt x="88773" y="118999"/>
                      <a:pt x="57150" y="118999"/>
                    </a:cubicBezTo>
                    <a:cubicBezTo>
                      <a:pt x="25527" y="118999"/>
                      <a:pt x="0" y="93472"/>
                      <a:pt x="0" y="61849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10934700" y="125298"/>
              <a:ext cx="114300" cy="397116"/>
              <a:chOff x="0" y="0"/>
              <a:chExt cx="114300" cy="397116"/>
            </a:xfrm>
            <a:grpFill/>
          </p:grpSpPr>
          <p:sp>
            <p:nvSpPr>
              <p:cNvPr id="86" name="Freeform 86"/>
              <p:cNvSpPr/>
              <p:nvPr/>
            </p:nvSpPr>
            <p:spPr>
              <a:xfrm>
                <a:off x="0" y="0"/>
                <a:ext cx="114300" cy="397129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397129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339979"/>
                    </a:lnTo>
                    <a:cubicBezTo>
                      <a:pt x="114300" y="371602"/>
                      <a:pt x="88773" y="397129"/>
                      <a:pt x="57150" y="397129"/>
                    </a:cubicBezTo>
                    <a:cubicBezTo>
                      <a:pt x="25527" y="397129"/>
                      <a:pt x="0" y="371475"/>
                      <a:pt x="0" y="339979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11201400" y="27953"/>
              <a:ext cx="114300" cy="591795"/>
              <a:chOff x="0" y="0"/>
              <a:chExt cx="114300" cy="591795"/>
            </a:xfrm>
            <a:grpFill/>
          </p:grpSpPr>
          <p:sp>
            <p:nvSpPr>
              <p:cNvPr id="88" name="Freeform 88"/>
              <p:cNvSpPr/>
              <p:nvPr/>
            </p:nvSpPr>
            <p:spPr>
              <a:xfrm>
                <a:off x="0" y="0"/>
                <a:ext cx="114300" cy="59182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91820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34670"/>
                    </a:lnTo>
                    <a:cubicBezTo>
                      <a:pt x="114300" y="566293"/>
                      <a:pt x="88773" y="591820"/>
                      <a:pt x="57150" y="591820"/>
                    </a:cubicBezTo>
                    <a:cubicBezTo>
                      <a:pt x="25527" y="591820"/>
                      <a:pt x="0" y="566166"/>
                      <a:pt x="0" y="53467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11468100" y="1029"/>
              <a:ext cx="114300" cy="645630"/>
              <a:chOff x="0" y="0"/>
              <a:chExt cx="114300" cy="645630"/>
            </a:xfrm>
            <a:grpFill/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114300" cy="645668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45668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88518"/>
                    </a:lnTo>
                    <a:cubicBezTo>
                      <a:pt x="114300" y="620141"/>
                      <a:pt x="88773" y="645668"/>
                      <a:pt x="57150" y="645668"/>
                    </a:cubicBezTo>
                    <a:cubicBezTo>
                      <a:pt x="25527" y="645668"/>
                      <a:pt x="0" y="620014"/>
                      <a:pt x="0" y="588518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11734800" y="52476"/>
              <a:ext cx="114300" cy="542760"/>
              <a:chOff x="0" y="0"/>
              <a:chExt cx="114300" cy="542760"/>
            </a:xfrm>
            <a:grpFill/>
          </p:grpSpPr>
          <p:sp>
            <p:nvSpPr>
              <p:cNvPr id="92" name="Freeform 92"/>
              <p:cNvSpPr/>
              <p:nvPr/>
            </p:nvSpPr>
            <p:spPr>
              <a:xfrm>
                <a:off x="0" y="0"/>
                <a:ext cx="114300" cy="542798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42798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485648"/>
                    </a:lnTo>
                    <a:cubicBezTo>
                      <a:pt x="114300" y="517271"/>
                      <a:pt x="88773" y="542798"/>
                      <a:pt x="57150" y="542798"/>
                    </a:cubicBezTo>
                    <a:cubicBezTo>
                      <a:pt x="25527" y="542798"/>
                      <a:pt x="0" y="517144"/>
                      <a:pt x="0" y="485648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93" name="Group 93"/>
            <p:cNvGrpSpPr/>
            <p:nvPr/>
          </p:nvGrpSpPr>
          <p:grpSpPr>
            <a:xfrm>
              <a:off x="12001500" y="167094"/>
              <a:ext cx="114300" cy="313512"/>
              <a:chOff x="0" y="0"/>
              <a:chExt cx="114300" cy="313512"/>
            </a:xfrm>
            <a:grpFill/>
          </p:grpSpPr>
          <p:sp>
            <p:nvSpPr>
              <p:cNvPr id="94" name="Freeform 94"/>
              <p:cNvSpPr/>
              <p:nvPr/>
            </p:nvSpPr>
            <p:spPr>
              <a:xfrm>
                <a:off x="0" y="0"/>
                <a:ext cx="114300" cy="313563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313563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256413"/>
                    </a:lnTo>
                    <a:cubicBezTo>
                      <a:pt x="114300" y="288036"/>
                      <a:pt x="88773" y="313563"/>
                      <a:pt x="57150" y="313563"/>
                    </a:cubicBezTo>
                    <a:cubicBezTo>
                      <a:pt x="25527" y="313563"/>
                      <a:pt x="0" y="287909"/>
                      <a:pt x="0" y="256413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95" name="Group 95"/>
            <p:cNvGrpSpPr/>
            <p:nvPr/>
          </p:nvGrpSpPr>
          <p:grpSpPr>
            <a:xfrm>
              <a:off x="12268200" y="222301"/>
              <a:ext cx="114300" cy="203098"/>
              <a:chOff x="0" y="0"/>
              <a:chExt cx="114300" cy="203098"/>
            </a:xfrm>
            <a:grpFill/>
          </p:grpSpPr>
          <p:sp>
            <p:nvSpPr>
              <p:cNvPr id="96" name="Freeform 96"/>
              <p:cNvSpPr/>
              <p:nvPr/>
            </p:nvSpPr>
            <p:spPr>
              <a:xfrm>
                <a:off x="0" y="0"/>
                <a:ext cx="114300" cy="203073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03073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145923"/>
                    </a:lnTo>
                    <a:cubicBezTo>
                      <a:pt x="114300" y="177546"/>
                      <a:pt x="88773" y="203073"/>
                      <a:pt x="57150" y="203073"/>
                    </a:cubicBezTo>
                    <a:cubicBezTo>
                      <a:pt x="25527" y="203073"/>
                      <a:pt x="0" y="177546"/>
                      <a:pt x="0" y="145923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>
              <a:off x="12534900" y="91389"/>
              <a:ext cx="114300" cy="464922"/>
              <a:chOff x="0" y="0"/>
              <a:chExt cx="114300" cy="464922"/>
            </a:xfrm>
            <a:grpFill/>
          </p:grpSpPr>
          <p:sp>
            <p:nvSpPr>
              <p:cNvPr id="98" name="Freeform 98"/>
              <p:cNvSpPr/>
              <p:nvPr/>
            </p:nvSpPr>
            <p:spPr>
              <a:xfrm>
                <a:off x="0" y="0"/>
                <a:ext cx="114300" cy="464947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64947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407797"/>
                    </a:lnTo>
                    <a:cubicBezTo>
                      <a:pt x="114300" y="439420"/>
                      <a:pt x="88773" y="464947"/>
                      <a:pt x="57150" y="464947"/>
                    </a:cubicBezTo>
                    <a:cubicBezTo>
                      <a:pt x="25527" y="464947"/>
                      <a:pt x="0" y="439293"/>
                      <a:pt x="0" y="407797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99" name="Group 99"/>
            <p:cNvGrpSpPr/>
            <p:nvPr/>
          </p:nvGrpSpPr>
          <p:grpSpPr>
            <a:xfrm>
              <a:off x="12801600" y="12192"/>
              <a:ext cx="114300" cy="623316"/>
              <a:chOff x="0" y="0"/>
              <a:chExt cx="114300" cy="623316"/>
            </a:xfrm>
            <a:grpFill/>
          </p:grpSpPr>
          <p:sp>
            <p:nvSpPr>
              <p:cNvPr id="100" name="Freeform 100"/>
              <p:cNvSpPr/>
              <p:nvPr/>
            </p:nvSpPr>
            <p:spPr>
              <a:xfrm>
                <a:off x="0" y="0"/>
                <a:ext cx="114300" cy="623316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23316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66166"/>
                    </a:lnTo>
                    <a:cubicBezTo>
                      <a:pt x="114300" y="597789"/>
                      <a:pt x="88773" y="623316"/>
                      <a:pt x="57150" y="623316"/>
                    </a:cubicBezTo>
                    <a:cubicBezTo>
                      <a:pt x="25527" y="623316"/>
                      <a:pt x="0" y="597789"/>
                      <a:pt x="0" y="566166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01" name="Group 101"/>
            <p:cNvGrpSpPr/>
            <p:nvPr/>
          </p:nvGrpSpPr>
          <p:grpSpPr>
            <a:xfrm>
              <a:off x="13068300" y="8064"/>
              <a:ext cx="114300" cy="631584"/>
              <a:chOff x="0" y="0"/>
              <a:chExt cx="114300" cy="631584"/>
            </a:xfrm>
            <a:grpFill/>
          </p:grpSpPr>
          <p:sp>
            <p:nvSpPr>
              <p:cNvPr id="102" name="Freeform 102"/>
              <p:cNvSpPr/>
              <p:nvPr/>
            </p:nvSpPr>
            <p:spPr>
              <a:xfrm>
                <a:off x="0" y="0"/>
                <a:ext cx="114300" cy="631571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31571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74421"/>
                    </a:lnTo>
                    <a:cubicBezTo>
                      <a:pt x="114300" y="606044"/>
                      <a:pt x="88773" y="631571"/>
                      <a:pt x="57150" y="631571"/>
                    </a:cubicBezTo>
                    <a:cubicBezTo>
                      <a:pt x="25527" y="631571"/>
                      <a:pt x="0" y="606044"/>
                      <a:pt x="0" y="574421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03" name="Group 103"/>
            <p:cNvGrpSpPr/>
            <p:nvPr/>
          </p:nvGrpSpPr>
          <p:grpSpPr>
            <a:xfrm>
              <a:off x="13335000" y="80213"/>
              <a:ext cx="114300" cy="487274"/>
              <a:chOff x="0" y="0"/>
              <a:chExt cx="114300" cy="487274"/>
            </a:xfrm>
            <a:grpFill/>
          </p:grpSpPr>
          <p:sp>
            <p:nvSpPr>
              <p:cNvPr id="104" name="Freeform 104"/>
              <p:cNvSpPr/>
              <p:nvPr/>
            </p:nvSpPr>
            <p:spPr>
              <a:xfrm>
                <a:off x="0" y="0"/>
                <a:ext cx="114300" cy="487299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87299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430149"/>
                    </a:lnTo>
                    <a:cubicBezTo>
                      <a:pt x="114300" y="461772"/>
                      <a:pt x="88773" y="487299"/>
                      <a:pt x="57150" y="487299"/>
                    </a:cubicBezTo>
                    <a:cubicBezTo>
                      <a:pt x="25527" y="487299"/>
                      <a:pt x="0" y="461645"/>
                      <a:pt x="0" y="430149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05" name="Group 105"/>
            <p:cNvGrpSpPr/>
            <p:nvPr/>
          </p:nvGrpSpPr>
          <p:grpSpPr>
            <a:xfrm>
              <a:off x="13601700" y="207366"/>
              <a:ext cx="114300" cy="232956"/>
              <a:chOff x="0" y="0"/>
              <a:chExt cx="114300" cy="232956"/>
            </a:xfrm>
            <a:grpFill/>
          </p:grpSpPr>
          <p:sp>
            <p:nvSpPr>
              <p:cNvPr id="106" name="Freeform 106"/>
              <p:cNvSpPr/>
              <p:nvPr/>
            </p:nvSpPr>
            <p:spPr>
              <a:xfrm>
                <a:off x="0" y="0"/>
                <a:ext cx="114300" cy="232918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32918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175768"/>
                    </a:lnTo>
                    <a:cubicBezTo>
                      <a:pt x="114300" y="207391"/>
                      <a:pt x="88773" y="232918"/>
                      <a:pt x="57150" y="232918"/>
                    </a:cubicBezTo>
                    <a:cubicBezTo>
                      <a:pt x="25527" y="232918"/>
                      <a:pt x="0" y="207391"/>
                      <a:pt x="0" y="175768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07" name="Group 107"/>
            <p:cNvGrpSpPr/>
            <p:nvPr/>
          </p:nvGrpSpPr>
          <p:grpSpPr>
            <a:xfrm>
              <a:off x="13868400" y="181369"/>
              <a:ext cx="114300" cy="284950"/>
              <a:chOff x="0" y="0"/>
              <a:chExt cx="114300" cy="284950"/>
            </a:xfrm>
            <a:grpFill/>
          </p:grpSpPr>
          <p:sp>
            <p:nvSpPr>
              <p:cNvPr id="108" name="Freeform 108"/>
              <p:cNvSpPr/>
              <p:nvPr/>
            </p:nvSpPr>
            <p:spPr>
              <a:xfrm>
                <a:off x="0" y="0"/>
                <a:ext cx="114300" cy="284988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84988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227838"/>
                    </a:lnTo>
                    <a:cubicBezTo>
                      <a:pt x="114300" y="259461"/>
                      <a:pt x="88773" y="284988"/>
                      <a:pt x="57150" y="284988"/>
                    </a:cubicBezTo>
                    <a:cubicBezTo>
                      <a:pt x="25527" y="284988"/>
                      <a:pt x="0" y="259334"/>
                      <a:pt x="0" y="227838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09" name="Group 109"/>
            <p:cNvGrpSpPr/>
            <p:nvPr/>
          </p:nvGrpSpPr>
          <p:grpSpPr>
            <a:xfrm>
              <a:off x="14135100" y="61887"/>
              <a:ext cx="114300" cy="523939"/>
              <a:chOff x="0" y="0"/>
              <a:chExt cx="114300" cy="523939"/>
            </a:xfrm>
            <a:grpFill/>
          </p:grpSpPr>
          <p:sp>
            <p:nvSpPr>
              <p:cNvPr id="110" name="Freeform 110"/>
              <p:cNvSpPr/>
              <p:nvPr/>
            </p:nvSpPr>
            <p:spPr>
              <a:xfrm>
                <a:off x="0" y="0"/>
                <a:ext cx="114300" cy="52387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23875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466725"/>
                    </a:lnTo>
                    <a:cubicBezTo>
                      <a:pt x="114300" y="498348"/>
                      <a:pt x="88773" y="523875"/>
                      <a:pt x="57150" y="523875"/>
                    </a:cubicBezTo>
                    <a:cubicBezTo>
                      <a:pt x="25527" y="523875"/>
                      <a:pt x="0" y="498348"/>
                      <a:pt x="0" y="466725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11" name="Group 111"/>
            <p:cNvGrpSpPr/>
            <p:nvPr/>
          </p:nvGrpSpPr>
          <p:grpSpPr>
            <a:xfrm>
              <a:off x="14401800" y="2807"/>
              <a:ext cx="114300" cy="642087"/>
              <a:chOff x="0" y="0"/>
              <a:chExt cx="114300" cy="642087"/>
            </a:xfrm>
            <a:grpFill/>
          </p:grpSpPr>
          <p:sp>
            <p:nvSpPr>
              <p:cNvPr id="112" name="Freeform 112"/>
              <p:cNvSpPr/>
              <p:nvPr/>
            </p:nvSpPr>
            <p:spPr>
              <a:xfrm>
                <a:off x="0" y="0"/>
                <a:ext cx="114300" cy="64211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42112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84962"/>
                    </a:lnTo>
                    <a:cubicBezTo>
                      <a:pt x="114300" y="616585"/>
                      <a:pt x="88773" y="642112"/>
                      <a:pt x="57150" y="642112"/>
                    </a:cubicBezTo>
                    <a:cubicBezTo>
                      <a:pt x="25527" y="642112"/>
                      <a:pt x="0" y="616458"/>
                      <a:pt x="0" y="584962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13" name="Group 113"/>
            <p:cNvGrpSpPr/>
            <p:nvPr/>
          </p:nvGrpSpPr>
          <p:grpSpPr>
            <a:xfrm>
              <a:off x="14668500" y="21565"/>
              <a:ext cx="114300" cy="604571"/>
              <a:chOff x="0" y="0"/>
              <a:chExt cx="114300" cy="604571"/>
            </a:xfrm>
            <a:grpFill/>
          </p:grpSpPr>
          <p:sp>
            <p:nvSpPr>
              <p:cNvPr id="114" name="Freeform 114"/>
              <p:cNvSpPr/>
              <p:nvPr/>
            </p:nvSpPr>
            <p:spPr>
              <a:xfrm>
                <a:off x="0" y="0"/>
                <a:ext cx="114300" cy="60452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04520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47370"/>
                    </a:lnTo>
                    <a:cubicBezTo>
                      <a:pt x="114300" y="578993"/>
                      <a:pt x="88773" y="604520"/>
                      <a:pt x="57150" y="604520"/>
                    </a:cubicBezTo>
                    <a:cubicBezTo>
                      <a:pt x="25527" y="604520"/>
                      <a:pt x="0" y="578993"/>
                      <a:pt x="0" y="54737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15" name="Group 115"/>
            <p:cNvGrpSpPr/>
            <p:nvPr/>
          </p:nvGrpSpPr>
          <p:grpSpPr>
            <a:xfrm>
              <a:off x="14935200" y="112624"/>
              <a:ext cx="114300" cy="422453"/>
              <a:chOff x="0" y="0"/>
              <a:chExt cx="114300" cy="422453"/>
            </a:xfrm>
            <a:grpFill/>
          </p:grpSpPr>
          <p:sp>
            <p:nvSpPr>
              <p:cNvPr id="116" name="Freeform 116"/>
              <p:cNvSpPr/>
              <p:nvPr/>
            </p:nvSpPr>
            <p:spPr>
              <a:xfrm>
                <a:off x="0" y="0"/>
                <a:ext cx="114300" cy="42240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22402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365252"/>
                    </a:lnTo>
                    <a:cubicBezTo>
                      <a:pt x="114300" y="396875"/>
                      <a:pt x="88773" y="422402"/>
                      <a:pt x="57150" y="422402"/>
                    </a:cubicBezTo>
                    <a:cubicBezTo>
                      <a:pt x="25527" y="422402"/>
                      <a:pt x="0" y="396875"/>
                      <a:pt x="0" y="365252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17" name="Group 117"/>
            <p:cNvGrpSpPr/>
            <p:nvPr/>
          </p:nvGrpSpPr>
          <p:grpSpPr>
            <a:xfrm>
              <a:off x="15201900" y="249136"/>
              <a:ext cx="114300" cy="149441"/>
              <a:chOff x="0" y="0"/>
              <a:chExt cx="114300" cy="149441"/>
            </a:xfrm>
            <a:grpFill/>
          </p:grpSpPr>
          <p:sp>
            <p:nvSpPr>
              <p:cNvPr id="118" name="Freeform 118"/>
              <p:cNvSpPr/>
              <p:nvPr/>
            </p:nvSpPr>
            <p:spPr>
              <a:xfrm>
                <a:off x="0" y="0"/>
                <a:ext cx="114300" cy="149479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49479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92329"/>
                    </a:lnTo>
                    <a:cubicBezTo>
                      <a:pt x="114300" y="123952"/>
                      <a:pt x="88773" y="149479"/>
                      <a:pt x="57150" y="149479"/>
                    </a:cubicBezTo>
                    <a:cubicBezTo>
                      <a:pt x="25527" y="149479"/>
                      <a:pt x="0" y="123825"/>
                      <a:pt x="0" y="92329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19" name="Group 119"/>
            <p:cNvGrpSpPr/>
            <p:nvPr/>
          </p:nvGrpSpPr>
          <p:grpSpPr>
            <a:xfrm>
              <a:off x="15468600" y="142583"/>
              <a:ext cx="114300" cy="362534"/>
              <a:chOff x="0" y="0"/>
              <a:chExt cx="114300" cy="362534"/>
            </a:xfrm>
            <a:grpFill/>
          </p:grpSpPr>
          <p:sp>
            <p:nvSpPr>
              <p:cNvPr id="120" name="Freeform 120"/>
              <p:cNvSpPr/>
              <p:nvPr/>
            </p:nvSpPr>
            <p:spPr>
              <a:xfrm>
                <a:off x="0" y="0"/>
                <a:ext cx="114300" cy="36258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362585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305435"/>
                    </a:lnTo>
                    <a:cubicBezTo>
                      <a:pt x="114300" y="337058"/>
                      <a:pt x="88773" y="362585"/>
                      <a:pt x="57150" y="362585"/>
                    </a:cubicBezTo>
                    <a:cubicBezTo>
                      <a:pt x="25527" y="362585"/>
                      <a:pt x="0" y="336931"/>
                      <a:pt x="0" y="305435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21" name="Group 121"/>
            <p:cNvGrpSpPr/>
            <p:nvPr/>
          </p:nvGrpSpPr>
          <p:grpSpPr>
            <a:xfrm>
              <a:off x="15735300" y="37503"/>
              <a:ext cx="114300" cy="572694"/>
              <a:chOff x="0" y="0"/>
              <a:chExt cx="114300" cy="572694"/>
            </a:xfrm>
            <a:grpFill/>
          </p:grpSpPr>
          <p:sp>
            <p:nvSpPr>
              <p:cNvPr id="122" name="Freeform 122"/>
              <p:cNvSpPr/>
              <p:nvPr/>
            </p:nvSpPr>
            <p:spPr>
              <a:xfrm>
                <a:off x="0" y="0"/>
                <a:ext cx="114300" cy="572643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72643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15493"/>
                    </a:lnTo>
                    <a:cubicBezTo>
                      <a:pt x="114300" y="547116"/>
                      <a:pt x="88773" y="572643"/>
                      <a:pt x="57150" y="572643"/>
                    </a:cubicBezTo>
                    <a:cubicBezTo>
                      <a:pt x="25527" y="572643"/>
                      <a:pt x="0" y="547116"/>
                      <a:pt x="0" y="515493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23" name="Group 123"/>
            <p:cNvGrpSpPr/>
            <p:nvPr/>
          </p:nvGrpSpPr>
          <p:grpSpPr>
            <a:xfrm>
              <a:off x="16002000" y="25"/>
              <a:ext cx="114300" cy="647649"/>
              <a:chOff x="0" y="0"/>
              <a:chExt cx="114300" cy="647649"/>
            </a:xfrm>
            <a:grpFill/>
          </p:grpSpPr>
          <p:sp>
            <p:nvSpPr>
              <p:cNvPr id="124" name="Freeform 124"/>
              <p:cNvSpPr/>
              <p:nvPr/>
            </p:nvSpPr>
            <p:spPr>
              <a:xfrm>
                <a:off x="0" y="0"/>
                <a:ext cx="114300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47700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90550"/>
                    </a:lnTo>
                    <a:cubicBezTo>
                      <a:pt x="114300" y="622046"/>
                      <a:pt x="88773" y="647700"/>
                      <a:pt x="57150" y="647700"/>
                    </a:cubicBezTo>
                    <a:cubicBezTo>
                      <a:pt x="25527" y="647700"/>
                      <a:pt x="0" y="622046"/>
                      <a:pt x="0" y="59055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25" name="Group 125"/>
            <p:cNvGrpSpPr/>
            <p:nvPr/>
          </p:nvGrpSpPr>
          <p:grpSpPr>
            <a:xfrm>
              <a:off x="16268700" y="41199"/>
              <a:ext cx="114300" cy="565290"/>
              <a:chOff x="0" y="0"/>
              <a:chExt cx="114300" cy="565290"/>
            </a:xfrm>
            <a:grpFill/>
          </p:grpSpPr>
          <p:sp>
            <p:nvSpPr>
              <p:cNvPr id="126" name="Freeform 126"/>
              <p:cNvSpPr/>
              <p:nvPr/>
            </p:nvSpPr>
            <p:spPr>
              <a:xfrm>
                <a:off x="0" y="0"/>
                <a:ext cx="114300" cy="565277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65277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08127"/>
                    </a:lnTo>
                    <a:cubicBezTo>
                      <a:pt x="114300" y="539750"/>
                      <a:pt x="88773" y="565277"/>
                      <a:pt x="57150" y="565277"/>
                    </a:cubicBezTo>
                    <a:cubicBezTo>
                      <a:pt x="25527" y="565277"/>
                      <a:pt x="0" y="539750"/>
                      <a:pt x="0" y="508127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27" name="Group 127"/>
            <p:cNvGrpSpPr/>
            <p:nvPr/>
          </p:nvGrpSpPr>
          <p:grpSpPr>
            <a:xfrm>
              <a:off x="16535400" y="148895"/>
              <a:ext cx="114300" cy="349910"/>
              <a:chOff x="0" y="0"/>
              <a:chExt cx="114300" cy="349910"/>
            </a:xfrm>
            <a:grpFill/>
          </p:grpSpPr>
          <p:sp>
            <p:nvSpPr>
              <p:cNvPr id="128" name="Freeform 128"/>
              <p:cNvSpPr/>
              <p:nvPr/>
            </p:nvSpPr>
            <p:spPr>
              <a:xfrm>
                <a:off x="0" y="0"/>
                <a:ext cx="114300" cy="34988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349885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292735"/>
                    </a:lnTo>
                    <a:cubicBezTo>
                      <a:pt x="114300" y="324358"/>
                      <a:pt x="88773" y="349885"/>
                      <a:pt x="57150" y="349885"/>
                    </a:cubicBezTo>
                    <a:cubicBezTo>
                      <a:pt x="25527" y="349885"/>
                      <a:pt x="0" y="324358"/>
                      <a:pt x="0" y="292735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29" name="Group 129"/>
            <p:cNvGrpSpPr/>
            <p:nvPr/>
          </p:nvGrpSpPr>
          <p:grpSpPr>
            <a:xfrm>
              <a:off x="16802100" y="242075"/>
              <a:ext cx="114300" cy="163563"/>
              <a:chOff x="0" y="0"/>
              <a:chExt cx="114300" cy="163563"/>
            </a:xfrm>
            <a:grpFill/>
          </p:grpSpPr>
          <p:sp>
            <p:nvSpPr>
              <p:cNvPr id="130" name="Freeform 130"/>
              <p:cNvSpPr/>
              <p:nvPr/>
            </p:nvSpPr>
            <p:spPr>
              <a:xfrm>
                <a:off x="0" y="0"/>
                <a:ext cx="114300" cy="163576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63576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106426"/>
                    </a:lnTo>
                    <a:cubicBezTo>
                      <a:pt x="114300" y="138049"/>
                      <a:pt x="88773" y="163576"/>
                      <a:pt x="57150" y="163576"/>
                    </a:cubicBezTo>
                    <a:cubicBezTo>
                      <a:pt x="25527" y="163576"/>
                      <a:pt x="0" y="137922"/>
                      <a:pt x="0" y="106426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31" name="Group 131"/>
            <p:cNvGrpSpPr/>
            <p:nvPr/>
          </p:nvGrpSpPr>
          <p:grpSpPr>
            <a:xfrm>
              <a:off x="17068800" y="106896"/>
              <a:ext cx="114300" cy="433908"/>
              <a:chOff x="0" y="0"/>
              <a:chExt cx="114300" cy="433908"/>
            </a:xfrm>
            <a:grpFill/>
          </p:grpSpPr>
          <p:sp>
            <p:nvSpPr>
              <p:cNvPr id="132" name="Freeform 132"/>
              <p:cNvSpPr/>
              <p:nvPr/>
            </p:nvSpPr>
            <p:spPr>
              <a:xfrm>
                <a:off x="0" y="0"/>
                <a:ext cx="114300" cy="433959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433959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376809"/>
                    </a:lnTo>
                    <a:cubicBezTo>
                      <a:pt x="114300" y="408432"/>
                      <a:pt x="88773" y="433959"/>
                      <a:pt x="57150" y="433959"/>
                    </a:cubicBezTo>
                    <a:cubicBezTo>
                      <a:pt x="25527" y="433959"/>
                      <a:pt x="0" y="408305"/>
                      <a:pt x="0" y="376809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33" name="Group 133"/>
            <p:cNvGrpSpPr/>
            <p:nvPr/>
          </p:nvGrpSpPr>
          <p:grpSpPr>
            <a:xfrm>
              <a:off x="17335500" y="18859"/>
              <a:ext cx="114300" cy="609981"/>
              <a:chOff x="0" y="0"/>
              <a:chExt cx="114300" cy="609981"/>
            </a:xfrm>
            <a:grpFill/>
          </p:grpSpPr>
          <p:sp>
            <p:nvSpPr>
              <p:cNvPr id="134" name="Freeform 134"/>
              <p:cNvSpPr/>
              <p:nvPr/>
            </p:nvSpPr>
            <p:spPr>
              <a:xfrm>
                <a:off x="0" y="0"/>
                <a:ext cx="114300" cy="609981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09981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52831"/>
                    </a:lnTo>
                    <a:cubicBezTo>
                      <a:pt x="114300" y="584454"/>
                      <a:pt x="88773" y="609981"/>
                      <a:pt x="57150" y="609981"/>
                    </a:cubicBezTo>
                    <a:cubicBezTo>
                      <a:pt x="25527" y="609981"/>
                      <a:pt x="0" y="584454"/>
                      <a:pt x="0" y="552831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35" name="Group 135"/>
            <p:cNvGrpSpPr/>
            <p:nvPr/>
          </p:nvGrpSpPr>
          <p:grpSpPr>
            <a:xfrm>
              <a:off x="17602200" y="3924"/>
              <a:ext cx="114300" cy="639864"/>
              <a:chOff x="0" y="0"/>
              <a:chExt cx="114300" cy="639864"/>
            </a:xfrm>
            <a:grpFill/>
          </p:grpSpPr>
          <p:sp>
            <p:nvSpPr>
              <p:cNvPr id="136" name="Freeform 136"/>
              <p:cNvSpPr/>
              <p:nvPr/>
            </p:nvSpPr>
            <p:spPr>
              <a:xfrm>
                <a:off x="0" y="0"/>
                <a:ext cx="114300" cy="639826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39826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582676"/>
                    </a:lnTo>
                    <a:cubicBezTo>
                      <a:pt x="114300" y="614299"/>
                      <a:pt x="88773" y="639826"/>
                      <a:pt x="57150" y="639826"/>
                    </a:cubicBezTo>
                    <a:cubicBezTo>
                      <a:pt x="25527" y="639826"/>
                      <a:pt x="0" y="614299"/>
                      <a:pt x="0" y="582676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37" name="Group 137"/>
            <p:cNvGrpSpPr/>
            <p:nvPr/>
          </p:nvGrpSpPr>
          <p:grpSpPr>
            <a:xfrm>
              <a:off x="17868900" y="66485"/>
              <a:ext cx="114300" cy="514718"/>
              <a:chOff x="0" y="0"/>
              <a:chExt cx="114300" cy="514718"/>
            </a:xfrm>
            <a:grpFill/>
          </p:grpSpPr>
          <p:sp>
            <p:nvSpPr>
              <p:cNvPr id="138" name="Freeform 138"/>
              <p:cNvSpPr/>
              <p:nvPr/>
            </p:nvSpPr>
            <p:spPr>
              <a:xfrm>
                <a:off x="0" y="0"/>
                <a:ext cx="114300" cy="514731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14731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457581"/>
                    </a:lnTo>
                    <a:cubicBezTo>
                      <a:pt x="114300" y="489204"/>
                      <a:pt x="88773" y="514731"/>
                      <a:pt x="57150" y="514731"/>
                    </a:cubicBezTo>
                    <a:cubicBezTo>
                      <a:pt x="25527" y="514731"/>
                      <a:pt x="0" y="489077"/>
                      <a:pt x="0" y="457581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39" name="Group 139"/>
            <p:cNvGrpSpPr/>
            <p:nvPr/>
          </p:nvGrpSpPr>
          <p:grpSpPr>
            <a:xfrm>
              <a:off x="18135600" y="188112"/>
              <a:ext cx="114300" cy="271475"/>
              <a:chOff x="0" y="0"/>
              <a:chExt cx="114300" cy="271475"/>
            </a:xfrm>
            <a:grpFill/>
          </p:grpSpPr>
          <p:sp>
            <p:nvSpPr>
              <p:cNvPr id="140" name="Freeform 140"/>
              <p:cNvSpPr/>
              <p:nvPr/>
            </p:nvSpPr>
            <p:spPr>
              <a:xfrm>
                <a:off x="0" y="0"/>
                <a:ext cx="114300" cy="271526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71526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214376"/>
                    </a:lnTo>
                    <a:cubicBezTo>
                      <a:pt x="114300" y="245999"/>
                      <a:pt x="88773" y="271526"/>
                      <a:pt x="57150" y="271526"/>
                    </a:cubicBezTo>
                    <a:cubicBezTo>
                      <a:pt x="25527" y="271526"/>
                      <a:pt x="0" y="245872"/>
                      <a:pt x="0" y="214376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41" name="Group 141"/>
            <p:cNvGrpSpPr/>
            <p:nvPr/>
          </p:nvGrpSpPr>
          <p:grpSpPr>
            <a:xfrm>
              <a:off x="18402300" y="200482"/>
              <a:ext cx="114300" cy="246723"/>
              <a:chOff x="0" y="0"/>
              <a:chExt cx="114300" cy="246723"/>
            </a:xfrm>
            <a:grpFill/>
          </p:grpSpPr>
          <p:sp>
            <p:nvSpPr>
              <p:cNvPr id="142" name="Freeform 142"/>
              <p:cNvSpPr/>
              <p:nvPr/>
            </p:nvSpPr>
            <p:spPr>
              <a:xfrm>
                <a:off x="0" y="0"/>
                <a:ext cx="114300" cy="246761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46761">
                    <a:moveTo>
                      <a:pt x="0" y="57150"/>
                    </a:moveTo>
                    <a:cubicBezTo>
                      <a:pt x="0" y="25527"/>
                      <a:pt x="25527" y="0"/>
                      <a:pt x="57150" y="0"/>
                    </a:cubicBezTo>
                    <a:cubicBezTo>
                      <a:pt x="88773" y="0"/>
                      <a:pt x="114300" y="25527"/>
                      <a:pt x="114300" y="57150"/>
                    </a:cubicBezTo>
                    <a:lnTo>
                      <a:pt x="114300" y="189611"/>
                    </a:lnTo>
                    <a:cubicBezTo>
                      <a:pt x="114300" y="221234"/>
                      <a:pt x="88773" y="246761"/>
                      <a:pt x="57150" y="246761"/>
                    </a:cubicBezTo>
                    <a:cubicBezTo>
                      <a:pt x="25527" y="246761"/>
                      <a:pt x="0" y="221107"/>
                      <a:pt x="0" y="189611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ru-RU"/>
              </a:p>
            </p:txBody>
          </p:sp>
        </p:grpSp>
      </p:grpSp>
      <p:sp>
        <p:nvSpPr>
          <p:cNvPr id="143" name="Freeform 143"/>
          <p:cNvSpPr/>
          <p:nvPr/>
        </p:nvSpPr>
        <p:spPr>
          <a:xfrm>
            <a:off x="5429249" y="3421529"/>
            <a:ext cx="7655829" cy="2425609"/>
          </a:xfrm>
          <a:custGeom>
            <a:avLst/>
            <a:gdLst/>
            <a:ahLst/>
            <a:cxnLst/>
            <a:rect l="l" t="t" r="r" b="b"/>
            <a:pathLst>
              <a:path w="7655829" h="2425609">
                <a:moveTo>
                  <a:pt x="0" y="0"/>
                </a:moveTo>
                <a:lnTo>
                  <a:pt x="7655829" y="0"/>
                </a:lnTo>
                <a:lnTo>
                  <a:pt x="7655829" y="2425610"/>
                </a:lnTo>
                <a:lnTo>
                  <a:pt x="0" y="24256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44" name="TextBox 144"/>
          <p:cNvSpPr txBox="1"/>
          <p:nvPr/>
        </p:nvSpPr>
        <p:spPr>
          <a:xfrm>
            <a:off x="977265" y="683895"/>
            <a:ext cx="56007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spc="-56">
                <a:solidFill>
                  <a:srgbClr val="27242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07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2005965" y="712470"/>
            <a:ext cx="10389870" cy="17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>
                <a:solidFill>
                  <a:srgbClr val="27242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ИТОГ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2701827" y="1305387"/>
            <a:ext cx="13424997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27"/>
              </a:lnSpc>
            </a:pPr>
            <a:r>
              <a:rPr lang="en-US" sz="4355" b="1" spc="-156" dirty="0">
                <a:solidFill>
                  <a:srgbClr val="272424"/>
                </a:solidFill>
                <a:latin typeface="Arial Black" panose="020B0A04020102020204" pitchFamily="34" charset="0"/>
                <a:ea typeface="Helvetica World Bold"/>
                <a:cs typeface="Helvetica World Bold"/>
                <a:sym typeface="Helvetica World Bold"/>
              </a:rPr>
              <a:t>Видео → </a:t>
            </a:r>
            <a:r>
              <a:rPr lang="en-US" sz="4355" b="1" spc="-156" dirty="0" err="1">
                <a:solidFill>
                  <a:srgbClr val="272424"/>
                </a:solidFill>
                <a:latin typeface="Arial Black" panose="020B0A04020102020204" pitchFamily="34" charset="0"/>
                <a:ea typeface="Helvetica World Bold"/>
                <a:cs typeface="Helvetica World Bold"/>
                <a:sym typeface="Helvetica World Bold"/>
              </a:rPr>
              <a:t>речь</a:t>
            </a:r>
            <a:r>
              <a:rPr lang="en-US" sz="4355" b="1" spc="-156" dirty="0">
                <a:solidFill>
                  <a:srgbClr val="272424"/>
                </a:solidFill>
                <a:latin typeface="Arial Black" panose="020B0A04020102020204" pitchFamily="34" charset="0"/>
                <a:ea typeface="Helvetica World Bold"/>
                <a:cs typeface="Helvetica World Bold"/>
                <a:sym typeface="Helvetica World Bold"/>
              </a:rPr>
              <a:t> → </a:t>
            </a:r>
            <a:r>
              <a:rPr lang="en-US" sz="4355" b="1" spc="-156" dirty="0" err="1">
                <a:solidFill>
                  <a:srgbClr val="272424"/>
                </a:solidFill>
                <a:latin typeface="Arial Black" panose="020B0A04020102020204" pitchFamily="34" charset="0"/>
                <a:ea typeface="Helvetica World Bold"/>
                <a:cs typeface="Helvetica World Bold"/>
                <a:sym typeface="Helvetica World Bold"/>
              </a:rPr>
              <a:t>структура</a:t>
            </a:r>
            <a:r>
              <a:rPr lang="en-US" sz="4355" b="1" spc="-156" dirty="0">
                <a:solidFill>
                  <a:srgbClr val="272424"/>
                </a:solidFill>
                <a:latin typeface="Arial Black" panose="020B0A04020102020204" pitchFamily="34" charset="0"/>
                <a:ea typeface="Helvetica World Bold"/>
                <a:cs typeface="Helvetica World Bold"/>
                <a:sym typeface="Helvetica World Bold"/>
              </a:rPr>
              <a:t> → </a:t>
            </a:r>
            <a:r>
              <a:rPr lang="en-US" sz="4355" b="1" i="1" spc="-156" dirty="0" err="1">
                <a:solidFill>
                  <a:srgbClr val="272424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найденный</a:t>
            </a:r>
            <a:r>
              <a:rPr lang="en-US" sz="4355" b="1" i="1" spc="-156" dirty="0">
                <a:solidFill>
                  <a:srgbClr val="272424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 </a:t>
            </a:r>
            <a:r>
              <a:rPr lang="en-US" sz="4355" b="1" i="1" spc="-156" dirty="0" err="1">
                <a:solidFill>
                  <a:srgbClr val="272424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момент</a:t>
            </a:r>
            <a:endParaRPr lang="en-US" sz="4355" b="1" i="1" spc="-156" dirty="0">
              <a:solidFill>
                <a:srgbClr val="272424"/>
              </a:solidFill>
              <a:latin typeface="Times New Roman" panose="02020603050405020304" pitchFamily="18" charset="0"/>
              <a:ea typeface="Helvetica World Bold"/>
              <a:cs typeface="Times New Roman" panose="02020603050405020304" pitchFamily="18" charset="0"/>
              <a:sym typeface="Helvetica World Bold"/>
            </a:endParaRPr>
          </a:p>
        </p:txBody>
      </p:sp>
      <p:sp>
        <p:nvSpPr>
          <p:cNvPr id="147" name="TextBox 147"/>
          <p:cNvSpPr txBox="1"/>
          <p:nvPr/>
        </p:nvSpPr>
        <p:spPr>
          <a:xfrm>
            <a:off x="4056514" y="7296432"/>
            <a:ext cx="10675620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14"/>
              </a:lnSpc>
            </a:pPr>
            <a:r>
              <a:rPr lang="en-US" sz="3012" spc="-108" dirty="0">
                <a:solidFill>
                  <a:srgbClr val="272424"/>
                </a:solidFill>
                <a:latin typeface="Arial Black" panose="020B0A04020102020204" pitchFamily="34" charset="0"/>
                <a:ea typeface="Helvetica World"/>
                <a:cs typeface="Times New Roman" panose="02020603050405020304" pitchFamily="18" charset="0"/>
                <a:sym typeface="Helvetica World"/>
              </a:rPr>
              <a:t>Лекторий</a:t>
            </a:r>
            <a:r>
              <a:rPr lang="en-US" sz="3012" i="1" spc="-108" dirty="0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 — </a:t>
            </a:r>
            <a:r>
              <a:rPr lang="en-US" sz="3012" b="1" i="1" spc="-108" dirty="0" err="1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навигация</a:t>
            </a:r>
            <a:r>
              <a:rPr lang="en-US" sz="3012" b="1" i="1" spc="-108" dirty="0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 по смыслу </a:t>
            </a:r>
            <a:r>
              <a:rPr lang="en-US" sz="3012" b="1" i="1" spc="-108" dirty="0" err="1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лекции</a:t>
            </a:r>
            <a:r>
              <a:rPr lang="en-US" sz="3012" b="1" i="1" spc="-108" dirty="0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.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8485489" y="9610002"/>
            <a:ext cx="1457623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695" i="1" dirty="0" err="1">
                <a:solidFill>
                  <a:srgbClr val="272424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demoground.ru</a:t>
            </a:r>
            <a:endParaRPr lang="en-US" sz="1695" i="1" dirty="0">
              <a:solidFill>
                <a:srgbClr val="272424"/>
              </a:solidFill>
              <a:latin typeface="Times New Roman" panose="02020603050405020304" pitchFamily="18" charset="0"/>
              <a:ea typeface="Helvetica World"/>
              <a:cs typeface="Times New Roman" panose="02020603050405020304" pitchFamily="18" charset="0"/>
              <a:sym typeface="Helvetica Wor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F0F0F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F0F0F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330</Words>
  <Application>Microsoft Macintosh PowerPoint</Application>
  <PresentationFormat>Произвольный</PresentationFormat>
  <Paragraphs>94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 Black</vt:lpstr>
      <vt:lpstr>Arial</vt:lpstr>
      <vt:lpstr>Helvetica World</vt:lpstr>
      <vt:lpstr>Times New Roman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Лекторий — Green Grey финал хакатона</dc:title>
  <dc:creator>Honor</dc:creator>
  <cp:lastModifiedBy>Фидель Синакаев</cp:lastModifiedBy>
  <cp:revision>7</cp:revision>
  <dcterms:created xsi:type="dcterms:W3CDTF">2006-08-16T00:00:00Z</dcterms:created>
  <dcterms:modified xsi:type="dcterms:W3CDTF">2026-10-28T10:56:09Z</dcterms:modified>
  <dc:identifier>DAHZPRBuULk</dc:identifier>
</cp:coreProperties>
</file>